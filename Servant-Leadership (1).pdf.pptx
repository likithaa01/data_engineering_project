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6438900"/>
  <p:notesSz cx="6858000" cy="9144000"/>
  <p:embeddedFontLst>
    <p:embeddedFont>
      <p:font typeface="IBM Plex Sans Bold" charset="1" panose="020B0803050203000203"/>
      <p:regular r:id="rId16"/>
    </p:embeddedFont>
    <p:embeddedFont>
      <p:font typeface="Open Sans" charset="1" panose="020B0606030504020204"/>
      <p:regular r:id="rId17"/>
    </p:embeddedFont>
    <p:embeddedFont>
      <p:font typeface="Open Sans Italics" charset="1" panose="020B0606030504020204"/>
      <p:regular r:id="rId18"/>
    </p:embeddedFont>
    <p:embeddedFont>
      <p:font typeface="Open Sans Bold" charset="1" panose="020B080603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14" Target="../media/image26.png" Type="http://schemas.openxmlformats.org/officeDocument/2006/relationships/image"/><Relationship Id="rId15" Target="../media/image27.png" Type="http://schemas.openxmlformats.org/officeDocument/2006/relationships/image"/><Relationship Id="rId16" Target="../media/image28.pn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8.jpe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t="-3" r="-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-63246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9525"/>
            <a:ext cx="11430000" cy="6429375"/>
            <a:chOff x="0" y="0"/>
            <a:chExt cx="15240000" cy="8572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400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" t="0" r="-24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-63503" y="-53978"/>
            <a:ext cx="11556997" cy="6556372"/>
            <a:chOff x="0" y="0"/>
            <a:chExt cx="11557000" cy="65563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7FB">
                <a:alpha val="72157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82625" y="3426460"/>
              <a:ext cx="10191750" cy="28575"/>
            </a:xfrm>
            <a:custGeom>
              <a:avLst/>
              <a:gdLst/>
              <a:ahLst/>
              <a:cxnLst/>
              <a:rect r="r" b="b" t="t" l="l"/>
              <a:pathLst>
                <a:path h="28575" w="10191750">
                  <a:moveTo>
                    <a:pt x="0" y="28575"/>
                  </a:moveTo>
                  <a:lnTo>
                    <a:pt x="10191750" y="28575"/>
                  </a:lnTo>
                  <a:lnTo>
                    <a:pt x="101917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3D3D">
                <a:alpha val="25098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82625" y="3445510"/>
              <a:ext cx="10191750" cy="9525"/>
            </a:xfrm>
            <a:custGeom>
              <a:avLst/>
              <a:gdLst/>
              <a:ahLst/>
              <a:cxnLst/>
              <a:rect r="r" b="b" t="t" l="l"/>
              <a:pathLst>
                <a:path h="9525" w="10191750">
                  <a:moveTo>
                    <a:pt x="0" y="9525"/>
                  </a:moveTo>
                  <a:lnTo>
                    <a:pt x="10191750" y="9525"/>
                  </a:lnTo>
                  <a:lnTo>
                    <a:pt x="101917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ED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20163" y="1767373"/>
            <a:ext cx="4957753" cy="701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4"/>
              </a:lnSpc>
            </a:pPr>
            <a:r>
              <a:rPr lang="en-US" b="true" sz="4211" spc="-16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Servant Leadership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1474" y="2403538"/>
            <a:ext cx="61036" cy="67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3"/>
              </a:lnSpc>
            </a:pPr>
            <a:r>
              <a:rPr lang="en-US" b="true" sz="2441" spc="-9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0163" y="2660713"/>
            <a:ext cx="3512468" cy="421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b="true" sz="2441" spc="-9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Case</a:t>
            </a:r>
            <a:r>
              <a:rPr lang="en-US" b="true" sz="2441" spc="-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2441" spc="-9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Study</a:t>
            </a:r>
            <a:r>
              <a:rPr lang="en-US" b="true" sz="2441" spc="-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2441" spc="-9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</a:t>
            </a:r>
            <a:r>
              <a:rPr lang="en-US" b="true" sz="2441" spc="-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2441" spc="-9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Starbucks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0163" y="3591773"/>
            <a:ext cx="2809904" cy="20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8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Presented by: P. Sree Likithaa, Praveen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t="-3" r="-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-63246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143750" y="9525"/>
            <a:ext cx="4286250" cy="6429375"/>
            <a:chOff x="0" y="0"/>
            <a:chExt cx="5715000" cy="8572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150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7" t="0" r="-97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55622" y="984247"/>
            <a:ext cx="1203322" cy="422272"/>
            <a:chOff x="0" y="0"/>
            <a:chExt cx="1203325" cy="4222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1076325" cy="295275"/>
            </a:xfrm>
            <a:custGeom>
              <a:avLst/>
              <a:gdLst/>
              <a:ahLst/>
              <a:cxnLst/>
              <a:rect r="r" b="b" t="t" l="l"/>
              <a:pathLst>
                <a:path h="295275" w="1076325">
                  <a:moveTo>
                    <a:pt x="0" y="285750"/>
                  </a:moveTo>
                  <a:lnTo>
                    <a:pt x="0" y="9525"/>
                  </a:ln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1066800" y="0"/>
                  </a:lnTo>
                  <a:cubicBezTo>
                    <a:pt x="1069467" y="0"/>
                    <a:pt x="1071626" y="889"/>
                    <a:pt x="1073531" y="2794"/>
                  </a:cubicBezTo>
                  <a:cubicBezTo>
                    <a:pt x="1075436" y="4699"/>
                    <a:pt x="1076325" y="6858"/>
                    <a:pt x="1076325" y="9525"/>
                  </a:cubicBezTo>
                  <a:lnTo>
                    <a:pt x="1076325" y="285750"/>
                  </a:lnTo>
                  <a:cubicBezTo>
                    <a:pt x="1076325" y="288417"/>
                    <a:pt x="1075436" y="290576"/>
                    <a:pt x="1073531" y="292481"/>
                  </a:cubicBezTo>
                  <a:cubicBezTo>
                    <a:pt x="1071626" y="294386"/>
                    <a:pt x="1069467" y="295275"/>
                    <a:pt x="1066800" y="295275"/>
                  </a:cubicBezTo>
                  <a:lnTo>
                    <a:pt x="9525" y="295275"/>
                  </a:lnTo>
                  <a:cubicBezTo>
                    <a:pt x="6858" y="295275"/>
                    <a:pt x="4699" y="294386"/>
                    <a:pt x="2794" y="292481"/>
                  </a:cubicBezTo>
                  <a:cubicBezTo>
                    <a:pt x="889" y="290576"/>
                    <a:pt x="0" y="288417"/>
                    <a:pt x="0" y="285750"/>
                  </a:cubicBezTo>
                </a:path>
              </a:pathLst>
            </a:custGeom>
            <a:solidFill>
              <a:srgbClr val="D0E1FB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7607" y="252603"/>
              <a:ext cx="42926" cy="23622"/>
            </a:xfrm>
            <a:custGeom>
              <a:avLst/>
              <a:gdLst/>
              <a:ahLst/>
              <a:cxnLst/>
              <a:rect r="r" b="b" t="t" l="l"/>
              <a:pathLst>
                <a:path h="23622" w="42926">
                  <a:moveTo>
                    <a:pt x="0" y="20574"/>
                  </a:moveTo>
                  <a:cubicBezTo>
                    <a:pt x="0" y="15240"/>
                    <a:pt x="127" y="13462"/>
                    <a:pt x="381" y="12065"/>
                  </a:cubicBezTo>
                  <a:cubicBezTo>
                    <a:pt x="381" y="11938"/>
                    <a:pt x="381" y="11811"/>
                    <a:pt x="508" y="11811"/>
                  </a:cubicBezTo>
                  <a:cubicBezTo>
                    <a:pt x="1016" y="10160"/>
                    <a:pt x="1778" y="8382"/>
                    <a:pt x="2540" y="7112"/>
                  </a:cubicBezTo>
                  <a:cubicBezTo>
                    <a:pt x="2540" y="6985"/>
                    <a:pt x="2667" y="6985"/>
                    <a:pt x="2667" y="6858"/>
                  </a:cubicBezTo>
                  <a:cubicBezTo>
                    <a:pt x="3556" y="5588"/>
                    <a:pt x="4699" y="4445"/>
                    <a:pt x="6350" y="3175"/>
                  </a:cubicBezTo>
                  <a:cubicBezTo>
                    <a:pt x="6477" y="3048"/>
                    <a:pt x="6477" y="3048"/>
                    <a:pt x="6604" y="2921"/>
                  </a:cubicBezTo>
                  <a:cubicBezTo>
                    <a:pt x="7874" y="2159"/>
                    <a:pt x="9652" y="1270"/>
                    <a:pt x="11430" y="635"/>
                  </a:cubicBezTo>
                  <a:cubicBezTo>
                    <a:pt x="11557" y="635"/>
                    <a:pt x="11684" y="635"/>
                    <a:pt x="11684" y="508"/>
                  </a:cubicBezTo>
                  <a:cubicBezTo>
                    <a:pt x="12954" y="254"/>
                    <a:pt x="14732" y="127"/>
                    <a:pt x="17399" y="0"/>
                  </a:cubicBezTo>
                  <a:cubicBezTo>
                    <a:pt x="27178" y="0"/>
                    <a:pt x="29591" y="127"/>
                    <a:pt x="31496" y="508"/>
                  </a:cubicBezTo>
                  <a:cubicBezTo>
                    <a:pt x="31623" y="508"/>
                    <a:pt x="31750" y="508"/>
                    <a:pt x="31877" y="635"/>
                  </a:cubicBezTo>
                  <a:cubicBezTo>
                    <a:pt x="33655" y="1270"/>
                    <a:pt x="35433" y="2159"/>
                    <a:pt x="36703" y="3048"/>
                  </a:cubicBezTo>
                  <a:cubicBezTo>
                    <a:pt x="36830" y="3175"/>
                    <a:pt x="36957" y="3175"/>
                    <a:pt x="36957" y="3302"/>
                  </a:cubicBezTo>
                  <a:cubicBezTo>
                    <a:pt x="38735" y="4826"/>
                    <a:pt x="40132" y="6604"/>
                    <a:pt x="41275" y="8509"/>
                  </a:cubicBezTo>
                  <a:cubicBezTo>
                    <a:pt x="41402" y="8636"/>
                    <a:pt x="41402" y="8763"/>
                    <a:pt x="41402" y="8890"/>
                  </a:cubicBezTo>
                  <a:cubicBezTo>
                    <a:pt x="42164" y="10668"/>
                    <a:pt x="42545" y="12446"/>
                    <a:pt x="42799" y="13843"/>
                  </a:cubicBezTo>
                  <a:cubicBezTo>
                    <a:pt x="42799" y="13970"/>
                    <a:pt x="42799" y="14097"/>
                    <a:pt x="42799" y="14097"/>
                  </a:cubicBezTo>
                  <a:lnTo>
                    <a:pt x="42926" y="20447"/>
                  </a:lnTo>
                  <a:cubicBezTo>
                    <a:pt x="42926" y="21971"/>
                    <a:pt x="41783" y="23241"/>
                    <a:pt x="40259" y="23241"/>
                  </a:cubicBezTo>
                  <a:cubicBezTo>
                    <a:pt x="38735" y="23241"/>
                    <a:pt x="37465" y="22098"/>
                    <a:pt x="37465" y="20574"/>
                  </a:cubicBezTo>
                  <a:lnTo>
                    <a:pt x="37338" y="14224"/>
                  </a:lnTo>
                  <a:lnTo>
                    <a:pt x="40132" y="14224"/>
                  </a:lnTo>
                  <a:lnTo>
                    <a:pt x="37465" y="14605"/>
                  </a:lnTo>
                  <a:cubicBezTo>
                    <a:pt x="37338" y="13843"/>
                    <a:pt x="36957" y="12446"/>
                    <a:pt x="36449" y="11049"/>
                  </a:cubicBezTo>
                  <a:lnTo>
                    <a:pt x="38989" y="10033"/>
                  </a:lnTo>
                  <a:lnTo>
                    <a:pt x="36576" y="11430"/>
                  </a:lnTo>
                  <a:cubicBezTo>
                    <a:pt x="35814" y="10033"/>
                    <a:pt x="34671" y="8763"/>
                    <a:pt x="33401" y="7493"/>
                  </a:cubicBezTo>
                  <a:lnTo>
                    <a:pt x="35179" y="5461"/>
                  </a:lnTo>
                  <a:lnTo>
                    <a:pt x="33655" y="7747"/>
                  </a:lnTo>
                  <a:cubicBezTo>
                    <a:pt x="32766" y="7112"/>
                    <a:pt x="31369" y="6477"/>
                    <a:pt x="30099" y="5969"/>
                  </a:cubicBezTo>
                  <a:lnTo>
                    <a:pt x="30988" y="3302"/>
                  </a:lnTo>
                  <a:lnTo>
                    <a:pt x="30480" y="5969"/>
                  </a:lnTo>
                  <a:cubicBezTo>
                    <a:pt x="29210" y="5715"/>
                    <a:pt x="27432" y="5588"/>
                    <a:pt x="17399" y="5588"/>
                  </a:cubicBezTo>
                  <a:lnTo>
                    <a:pt x="17399" y="2794"/>
                  </a:lnTo>
                  <a:lnTo>
                    <a:pt x="17399" y="5588"/>
                  </a:lnTo>
                  <a:cubicBezTo>
                    <a:pt x="14859" y="5588"/>
                    <a:pt x="13462" y="5715"/>
                    <a:pt x="12700" y="5969"/>
                  </a:cubicBezTo>
                  <a:lnTo>
                    <a:pt x="12192" y="3302"/>
                  </a:lnTo>
                  <a:lnTo>
                    <a:pt x="13081" y="5969"/>
                  </a:lnTo>
                  <a:cubicBezTo>
                    <a:pt x="11811" y="6350"/>
                    <a:pt x="10414" y="6985"/>
                    <a:pt x="9652" y="7620"/>
                  </a:cubicBezTo>
                  <a:lnTo>
                    <a:pt x="8128" y="5334"/>
                  </a:lnTo>
                  <a:lnTo>
                    <a:pt x="9906" y="7493"/>
                  </a:lnTo>
                  <a:cubicBezTo>
                    <a:pt x="8509" y="8636"/>
                    <a:pt x="7874" y="9398"/>
                    <a:pt x="7112" y="10287"/>
                  </a:cubicBezTo>
                  <a:lnTo>
                    <a:pt x="4953" y="8636"/>
                  </a:lnTo>
                  <a:lnTo>
                    <a:pt x="7366" y="10033"/>
                  </a:lnTo>
                  <a:cubicBezTo>
                    <a:pt x="6858" y="10922"/>
                    <a:pt x="6223" y="12192"/>
                    <a:pt x="5842" y="13589"/>
                  </a:cubicBezTo>
                  <a:lnTo>
                    <a:pt x="3175" y="12827"/>
                  </a:lnTo>
                  <a:lnTo>
                    <a:pt x="5842" y="13335"/>
                  </a:lnTo>
                  <a:cubicBezTo>
                    <a:pt x="5715" y="14097"/>
                    <a:pt x="5588" y="15367"/>
                    <a:pt x="5588" y="20828"/>
                  </a:cubicBezTo>
                  <a:cubicBezTo>
                    <a:pt x="5588" y="22352"/>
                    <a:pt x="4318" y="23622"/>
                    <a:pt x="2794" y="23622"/>
                  </a:cubicBezTo>
                  <a:cubicBezTo>
                    <a:pt x="1270" y="23622"/>
                    <a:pt x="0" y="22352"/>
                    <a:pt x="0" y="20828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9517" y="252950"/>
              <a:ext cx="43053" cy="23148"/>
            </a:xfrm>
            <a:custGeom>
              <a:avLst/>
              <a:gdLst/>
              <a:ahLst/>
              <a:cxnLst/>
              <a:rect r="r" b="b" t="t" l="l"/>
              <a:pathLst>
                <a:path h="23148" w="43053">
                  <a:moveTo>
                    <a:pt x="0" y="20227"/>
                  </a:moveTo>
                  <a:cubicBezTo>
                    <a:pt x="0" y="13877"/>
                    <a:pt x="127" y="12480"/>
                    <a:pt x="635" y="10702"/>
                  </a:cubicBezTo>
                  <a:cubicBezTo>
                    <a:pt x="635" y="10575"/>
                    <a:pt x="762" y="10448"/>
                    <a:pt x="762" y="10321"/>
                  </a:cubicBezTo>
                  <a:cubicBezTo>
                    <a:pt x="1397" y="8543"/>
                    <a:pt x="2540" y="6765"/>
                    <a:pt x="3429" y="5495"/>
                  </a:cubicBezTo>
                  <a:cubicBezTo>
                    <a:pt x="3556" y="5368"/>
                    <a:pt x="3556" y="5368"/>
                    <a:pt x="3683" y="5241"/>
                  </a:cubicBezTo>
                  <a:cubicBezTo>
                    <a:pt x="5207" y="3717"/>
                    <a:pt x="6985" y="2320"/>
                    <a:pt x="8763" y="1431"/>
                  </a:cubicBezTo>
                  <a:cubicBezTo>
                    <a:pt x="8890" y="1431"/>
                    <a:pt x="9017" y="1304"/>
                    <a:pt x="9144" y="1304"/>
                  </a:cubicBezTo>
                  <a:cubicBezTo>
                    <a:pt x="10922" y="669"/>
                    <a:pt x="12700" y="161"/>
                    <a:pt x="14478" y="34"/>
                  </a:cubicBezTo>
                  <a:cubicBezTo>
                    <a:pt x="14605" y="34"/>
                    <a:pt x="14605" y="34"/>
                    <a:pt x="14732" y="34"/>
                  </a:cubicBezTo>
                  <a:cubicBezTo>
                    <a:pt x="24003" y="-93"/>
                    <a:pt x="28956" y="161"/>
                    <a:pt x="30861" y="415"/>
                  </a:cubicBezTo>
                  <a:cubicBezTo>
                    <a:pt x="30988" y="415"/>
                    <a:pt x="30988" y="415"/>
                    <a:pt x="31115" y="415"/>
                  </a:cubicBezTo>
                  <a:cubicBezTo>
                    <a:pt x="32385" y="796"/>
                    <a:pt x="34163" y="1431"/>
                    <a:pt x="35433" y="2066"/>
                  </a:cubicBezTo>
                  <a:cubicBezTo>
                    <a:pt x="35560" y="2066"/>
                    <a:pt x="35687" y="2193"/>
                    <a:pt x="35814" y="2320"/>
                  </a:cubicBezTo>
                  <a:cubicBezTo>
                    <a:pt x="37592" y="3590"/>
                    <a:pt x="38735" y="4733"/>
                    <a:pt x="39751" y="5876"/>
                  </a:cubicBezTo>
                  <a:cubicBezTo>
                    <a:pt x="39878" y="6003"/>
                    <a:pt x="39878" y="6003"/>
                    <a:pt x="40005" y="6130"/>
                  </a:cubicBezTo>
                  <a:cubicBezTo>
                    <a:pt x="41148" y="7908"/>
                    <a:pt x="41910" y="9686"/>
                    <a:pt x="42545" y="11591"/>
                  </a:cubicBezTo>
                  <a:cubicBezTo>
                    <a:pt x="42545" y="11718"/>
                    <a:pt x="42545" y="11718"/>
                    <a:pt x="42672" y="11845"/>
                  </a:cubicBezTo>
                  <a:cubicBezTo>
                    <a:pt x="42926" y="13115"/>
                    <a:pt x="43053" y="15020"/>
                    <a:pt x="43053" y="20354"/>
                  </a:cubicBezTo>
                  <a:cubicBezTo>
                    <a:pt x="43053" y="21878"/>
                    <a:pt x="41783" y="23148"/>
                    <a:pt x="40259" y="23148"/>
                  </a:cubicBezTo>
                  <a:cubicBezTo>
                    <a:pt x="38735" y="23148"/>
                    <a:pt x="37465" y="21878"/>
                    <a:pt x="37465" y="20354"/>
                  </a:cubicBezTo>
                  <a:cubicBezTo>
                    <a:pt x="37465" y="14893"/>
                    <a:pt x="37338" y="13623"/>
                    <a:pt x="37211" y="12861"/>
                  </a:cubicBezTo>
                  <a:lnTo>
                    <a:pt x="39878" y="12353"/>
                  </a:lnTo>
                  <a:lnTo>
                    <a:pt x="37211" y="13115"/>
                  </a:lnTo>
                  <a:cubicBezTo>
                    <a:pt x="36830" y="11845"/>
                    <a:pt x="36195" y="10448"/>
                    <a:pt x="35306" y="9051"/>
                  </a:cubicBezTo>
                  <a:lnTo>
                    <a:pt x="37592" y="7527"/>
                  </a:lnTo>
                  <a:lnTo>
                    <a:pt x="35433" y="9305"/>
                  </a:lnTo>
                  <a:cubicBezTo>
                    <a:pt x="34671" y="8416"/>
                    <a:pt x="33909" y="7654"/>
                    <a:pt x="32512" y="6638"/>
                  </a:cubicBezTo>
                  <a:lnTo>
                    <a:pt x="34163" y="4352"/>
                  </a:lnTo>
                  <a:lnTo>
                    <a:pt x="32893" y="6765"/>
                  </a:lnTo>
                  <a:cubicBezTo>
                    <a:pt x="32004" y="6257"/>
                    <a:pt x="30734" y="5749"/>
                    <a:pt x="29845" y="5622"/>
                  </a:cubicBezTo>
                  <a:lnTo>
                    <a:pt x="30480" y="2955"/>
                  </a:lnTo>
                  <a:lnTo>
                    <a:pt x="30099" y="5622"/>
                  </a:lnTo>
                  <a:cubicBezTo>
                    <a:pt x="28829" y="5368"/>
                    <a:pt x="24384" y="5241"/>
                    <a:pt x="14986" y="5368"/>
                  </a:cubicBezTo>
                  <a:lnTo>
                    <a:pt x="14986" y="2574"/>
                  </a:lnTo>
                  <a:lnTo>
                    <a:pt x="15240" y="5368"/>
                  </a:lnTo>
                  <a:cubicBezTo>
                    <a:pt x="13970" y="5495"/>
                    <a:pt x="12573" y="5876"/>
                    <a:pt x="11303" y="6257"/>
                  </a:cubicBezTo>
                  <a:lnTo>
                    <a:pt x="10287" y="3717"/>
                  </a:lnTo>
                  <a:lnTo>
                    <a:pt x="11557" y="6130"/>
                  </a:lnTo>
                  <a:cubicBezTo>
                    <a:pt x="10287" y="6892"/>
                    <a:pt x="8890" y="7781"/>
                    <a:pt x="7747" y="9051"/>
                  </a:cubicBezTo>
                  <a:lnTo>
                    <a:pt x="5842" y="7146"/>
                  </a:lnTo>
                  <a:lnTo>
                    <a:pt x="8001" y="8797"/>
                  </a:lnTo>
                  <a:cubicBezTo>
                    <a:pt x="7366" y="9559"/>
                    <a:pt x="6604" y="10956"/>
                    <a:pt x="6096" y="12353"/>
                  </a:cubicBezTo>
                  <a:lnTo>
                    <a:pt x="3556" y="11337"/>
                  </a:lnTo>
                  <a:lnTo>
                    <a:pt x="6223" y="11972"/>
                  </a:lnTo>
                  <a:cubicBezTo>
                    <a:pt x="5969" y="13115"/>
                    <a:pt x="5842" y="13877"/>
                    <a:pt x="5842" y="20354"/>
                  </a:cubicBezTo>
                  <a:cubicBezTo>
                    <a:pt x="5842" y="21878"/>
                    <a:pt x="4572" y="23148"/>
                    <a:pt x="3048" y="23021"/>
                  </a:cubicBezTo>
                  <a:cubicBezTo>
                    <a:pt x="1524" y="22894"/>
                    <a:pt x="254" y="21751"/>
                    <a:pt x="381" y="20227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41046" y="252720"/>
              <a:ext cx="18171" cy="23124"/>
            </a:xfrm>
            <a:custGeom>
              <a:avLst/>
              <a:gdLst/>
              <a:ahLst/>
              <a:cxnLst/>
              <a:rect r="r" b="b" t="t" l="l"/>
              <a:pathLst>
                <a:path h="23124" w="18171">
                  <a:moveTo>
                    <a:pt x="0" y="20457"/>
                  </a:moveTo>
                  <a:cubicBezTo>
                    <a:pt x="0" y="14869"/>
                    <a:pt x="127" y="12583"/>
                    <a:pt x="508" y="11186"/>
                  </a:cubicBezTo>
                  <a:cubicBezTo>
                    <a:pt x="508" y="11059"/>
                    <a:pt x="508" y="10932"/>
                    <a:pt x="635" y="10805"/>
                  </a:cubicBezTo>
                  <a:cubicBezTo>
                    <a:pt x="1270" y="9281"/>
                    <a:pt x="1905" y="7757"/>
                    <a:pt x="2794" y="6487"/>
                  </a:cubicBezTo>
                  <a:cubicBezTo>
                    <a:pt x="2921" y="6360"/>
                    <a:pt x="2921" y="6233"/>
                    <a:pt x="3048" y="6233"/>
                  </a:cubicBezTo>
                  <a:cubicBezTo>
                    <a:pt x="4318" y="4709"/>
                    <a:pt x="5461" y="3566"/>
                    <a:pt x="6731" y="2677"/>
                  </a:cubicBezTo>
                  <a:cubicBezTo>
                    <a:pt x="6858" y="2550"/>
                    <a:pt x="6858" y="2550"/>
                    <a:pt x="6985" y="2550"/>
                  </a:cubicBezTo>
                  <a:cubicBezTo>
                    <a:pt x="8509" y="1661"/>
                    <a:pt x="10160" y="899"/>
                    <a:pt x="11684" y="518"/>
                  </a:cubicBezTo>
                  <a:cubicBezTo>
                    <a:pt x="11811" y="518"/>
                    <a:pt x="11938" y="518"/>
                    <a:pt x="11938" y="391"/>
                  </a:cubicBezTo>
                  <a:cubicBezTo>
                    <a:pt x="12954" y="264"/>
                    <a:pt x="14097" y="137"/>
                    <a:pt x="15240" y="10"/>
                  </a:cubicBezTo>
                  <a:cubicBezTo>
                    <a:pt x="16764" y="-117"/>
                    <a:pt x="18034" y="1026"/>
                    <a:pt x="18161" y="2550"/>
                  </a:cubicBezTo>
                  <a:cubicBezTo>
                    <a:pt x="18288" y="4074"/>
                    <a:pt x="17145" y="5344"/>
                    <a:pt x="15621" y="5471"/>
                  </a:cubicBezTo>
                  <a:cubicBezTo>
                    <a:pt x="14605" y="5471"/>
                    <a:pt x="13716" y="5598"/>
                    <a:pt x="12954" y="5725"/>
                  </a:cubicBezTo>
                  <a:lnTo>
                    <a:pt x="12446" y="3058"/>
                  </a:lnTo>
                  <a:lnTo>
                    <a:pt x="13208" y="5725"/>
                  </a:lnTo>
                  <a:cubicBezTo>
                    <a:pt x="12065" y="6106"/>
                    <a:pt x="10795" y="6614"/>
                    <a:pt x="9652" y="7249"/>
                  </a:cubicBezTo>
                  <a:lnTo>
                    <a:pt x="8255" y="4836"/>
                  </a:lnTo>
                  <a:lnTo>
                    <a:pt x="9906" y="6995"/>
                  </a:lnTo>
                  <a:cubicBezTo>
                    <a:pt x="9017" y="7630"/>
                    <a:pt x="8128" y="8519"/>
                    <a:pt x="7239" y="9662"/>
                  </a:cubicBezTo>
                  <a:lnTo>
                    <a:pt x="5080" y="7884"/>
                  </a:lnTo>
                  <a:lnTo>
                    <a:pt x="7366" y="9281"/>
                  </a:lnTo>
                  <a:cubicBezTo>
                    <a:pt x="6731" y="10297"/>
                    <a:pt x="6223" y="11440"/>
                    <a:pt x="5715" y="12583"/>
                  </a:cubicBezTo>
                  <a:lnTo>
                    <a:pt x="3175" y="11694"/>
                  </a:lnTo>
                  <a:lnTo>
                    <a:pt x="5842" y="12329"/>
                  </a:lnTo>
                  <a:cubicBezTo>
                    <a:pt x="5715" y="13091"/>
                    <a:pt x="5461" y="14742"/>
                    <a:pt x="5461" y="20330"/>
                  </a:cubicBezTo>
                  <a:cubicBezTo>
                    <a:pt x="5461" y="21854"/>
                    <a:pt x="4318" y="23124"/>
                    <a:pt x="2794" y="23124"/>
                  </a:cubicBezTo>
                  <a:cubicBezTo>
                    <a:pt x="1270" y="23124"/>
                    <a:pt x="0" y="21981"/>
                    <a:pt x="0" y="20457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19192" y="188712"/>
              <a:ext cx="12560" cy="7734"/>
            </a:xfrm>
            <a:custGeom>
              <a:avLst/>
              <a:gdLst/>
              <a:ahLst/>
              <a:cxnLst/>
              <a:rect r="r" b="b" t="t" l="l"/>
              <a:pathLst>
                <a:path h="7734" w="12560">
                  <a:moveTo>
                    <a:pt x="2804" y="137"/>
                  </a:moveTo>
                  <a:cubicBezTo>
                    <a:pt x="4963" y="264"/>
                    <a:pt x="7249" y="899"/>
                    <a:pt x="9281" y="1661"/>
                  </a:cubicBezTo>
                  <a:cubicBezTo>
                    <a:pt x="9408" y="1661"/>
                    <a:pt x="9535" y="1788"/>
                    <a:pt x="9662" y="1788"/>
                  </a:cubicBezTo>
                  <a:lnTo>
                    <a:pt x="11186" y="2677"/>
                  </a:lnTo>
                  <a:cubicBezTo>
                    <a:pt x="12456" y="3439"/>
                    <a:pt x="12964" y="5090"/>
                    <a:pt x="12202" y="6360"/>
                  </a:cubicBezTo>
                  <a:cubicBezTo>
                    <a:pt x="11440" y="7630"/>
                    <a:pt x="9789" y="8138"/>
                    <a:pt x="8519" y="7376"/>
                  </a:cubicBezTo>
                  <a:lnTo>
                    <a:pt x="6995" y="6487"/>
                  </a:lnTo>
                  <a:lnTo>
                    <a:pt x="8392" y="4074"/>
                  </a:lnTo>
                  <a:lnTo>
                    <a:pt x="7376" y="6614"/>
                  </a:lnTo>
                  <a:cubicBezTo>
                    <a:pt x="5725" y="5979"/>
                    <a:pt x="4074" y="5598"/>
                    <a:pt x="2550" y="5471"/>
                  </a:cubicBezTo>
                  <a:cubicBezTo>
                    <a:pt x="1026" y="5344"/>
                    <a:pt x="-117" y="4074"/>
                    <a:pt x="10" y="2550"/>
                  </a:cubicBezTo>
                  <a:cubicBezTo>
                    <a:pt x="137" y="1026"/>
                    <a:pt x="1407" y="-117"/>
                    <a:pt x="2931" y="1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66435" y="252857"/>
              <a:ext cx="17156" cy="23250"/>
            </a:xfrm>
            <a:custGeom>
              <a:avLst/>
              <a:gdLst/>
              <a:ahLst/>
              <a:cxnLst/>
              <a:rect r="r" b="b" t="t" l="l"/>
              <a:pathLst>
                <a:path h="23250" w="17156">
                  <a:moveTo>
                    <a:pt x="3186" y="0"/>
                  </a:moveTo>
                  <a:cubicBezTo>
                    <a:pt x="4964" y="254"/>
                    <a:pt x="6361" y="635"/>
                    <a:pt x="8012" y="1143"/>
                  </a:cubicBezTo>
                  <a:cubicBezTo>
                    <a:pt x="8139" y="1143"/>
                    <a:pt x="8139" y="1270"/>
                    <a:pt x="8266" y="1270"/>
                  </a:cubicBezTo>
                  <a:cubicBezTo>
                    <a:pt x="9663" y="1905"/>
                    <a:pt x="10933" y="2794"/>
                    <a:pt x="12076" y="3810"/>
                  </a:cubicBezTo>
                  <a:cubicBezTo>
                    <a:pt x="12203" y="3937"/>
                    <a:pt x="12203" y="3937"/>
                    <a:pt x="12330" y="4064"/>
                  </a:cubicBezTo>
                  <a:cubicBezTo>
                    <a:pt x="13473" y="5207"/>
                    <a:pt x="14489" y="6731"/>
                    <a:pt x="15378" y="8001"/>
                  </a:cubicBezTo>
                  <a:cubicBezTo>
                    <a:pt x="15378" y="8128"/>
                    <a:pt x="15505" y="8128"/>
                    <a:pt x="15505" y="8255"/>
                  </a:cubicBezTo>
                  <a:cubicBezTo>
                    <a:pt x="16013" y="9525"/>
                    <a:pt x="16521" y="10922"/>
                    <a:pt x="16902" y="12446"/>
                  </a:cubicBezTo>
                  <a:cubicBezTo>
                    <a:pt x="16902" y="12573"/>
                    <a:pt x="16902" y="12700"/>
                    <a:pt x="16902" y="12827"/>
                  </a:cubicBezTo>
                  <a:cubicBezTo>
                    <a:pt x="17156" y="14859"/>
                    <a:pt x="17156" y="17526"/>
                    <a:pt x="17156" y="20574"/>
                  </a:cubicBezTo>
                  <a:cubicBezTo>
                    <a:pt x="17156" y="22098"/>
                    <a:pt x="15886" y="23368"/>
                    <a:pt x="14362" y="23241"/>
                  </a:cubicBezTo>
                  <a:cubicBezTo>
                    <a:pt x="12838" y="23114"/>
                    <a:pt x="11568" y="21971"/>
                    <a:pt x="11695" y="20447"/>
                  </a:cubicBezTo>
                  <a:cubicBezTo>
                    <a:pt x="11695" y="17526"/>
                    <a:pt x="11568" y="15113"/>
                    <a:pt x="11441" y="13335"/>
                  </a:cubicBezTo>
                  <a:lnTo>
                    <a:pt x="14235" y="13081"/>
                  </a:lnTo>
                  <a:lnTo>
                    <a:pt x="11568" y="13716"/>
                  </a:lnTo>
                  <a:cubicBezTo>
                    <a:pt x="11314" y="12573"/>
                    <a:pt x="10933" y="11557"/>
                    <a:pt x="10552" y="10668"/>
                  </a:cubicBezTo>
                  <a:lnTo>
                    <a:pt x="13092" y="9525"/>
                  </a:lnTo>
                  <a:lnTo>
                    <a:pt x="10679" y="10922"/>
                  </a:lnTo>
                  <a:cubicBezTo>
                    <a:pt x="10171" y="10033"/>
                    <a:pt x="9282" y="8890"/>
                    <a:pt x="8393" y="8001"/>
                  </a:cubicBezTo>
                  <a:lnTo>
                    <a:pt x="10425" y="6096"/>
                  </a:lnTo>
                  <a:lnTo>
                    <a:pt x="8647" y="8255"/>
                  </a:lnTo>
                  <a:cubicBezTo>
                    <a:pt x="7758" y="7620"/>
                    <a:pt x="6869" y="6985"/>
                    <a:pt x="5853" y="6477"/>
                  </a:cubicBezTo>
                  <a:lnTo>
                    <a:pt x="6996" y="4064"/>
                  </a:lnTo>
                  <a:lnTo>
                    <a:pt x="6107" y="6604"/>
                  </a:lnTo>
                  <a:cubicBezTo>
                    <a:pt x="4837" y="6096"/>
                    <a:pt x="3694" y="5842"/>
                    <a:pt x="2424" y="5715"/>
                  </a:cubicBezTo>
                  <a:cubicBezTo>
                    <a:pt x="900" y="5588"/>
                    <a:pt x="-116" y="4191"/>
                    <a:pt x="11" y="2667"/>
                  </a:cubicBezTo>
                  <a:cubicBezTo>
                    <a:pt x="138" y="1143"/>
                    <a:pt x="1535" y="127"/>
                    <a:pt x="3059" y="254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65481" y="225806"/>
              <a:ext cx="27559" cy="27432"/>
            </a:xfrm>
            <a:custGeom>
              <a:avLst/>
              <a:gdLst/>
              <a:ahLst/>
              <a:cxnLst/>
              <a:rect r="r" b="b" t="t" l="l"/>
              <a:pathLst>
                <a:path h="27432" w="27559">
                  <a:moveTo>
                    <a:pt x="27432" y="13716"/>
                  </a:moveTo>
                  <a:cubicBezTo>
                    <a:pt x="27432" y="17526"/>
                    <a:pt x="26035" y="20701"/>
                    <a:pt x="23368" y="23368"/>
                  </a:cubicBezTo>
                  <a:cubicBezTo>
                    <a:pt x="20701" y="26035"/>
                    <a:pt x="17399" y="27432"/>
                    <a:pt x="13716" y="27432"/>
                  </a:cubicBezTo>
                  <a:lnTo>
                    <a:pt x="13716" y="24638"/>
                  </a:lnTo>
                  <a:lnTo>
                    <a:pt x="13716" y="27432"/>
                  </a:lnTo>
                  <a:cubicBezTo>
                    <a:pt x="9906" y="27432"/>
                    <a:pt x="6604" y="26035"/>
                    <a:pt x="4064" y="23368"/>
                  </a:cubicBezTo>
                  <a:cubicBezTo>
                    <a:pt x="1397" y="20701"/>
                    <a:pt x="0" y="17399"/>
                    <a:pt x="0" y="13716"/>
                  </a:cubicBezTo>
                  <a:lnTo>
                    <a:pt x="2794" y="13716"/>
                  </a:lnTo>
                  <a:lnTo>
                    <a:pt x="0" y="13716"/>
                  </a:lnTo>
                  <a:cubicBezTo>
                    <a:pt x="0" y="9906"/>
                    <a:pt x="1397" y="6604"/>
                    <a:pt x="4064" y="4064"/>
                  </a:cubicBezTo>
                  <a:lnTo>
                    <a:pt x="5969" y="5969"/>
                  </a:lnTo>
                  <a:lnTo>
                    <a:pt x="4064" y="4064"/>
                  </a:lnTo>
                  <a:cubicBezTo>
                    <a:pt x="6731" y="1397"/>
                    <a:pt x="10033" y="0"/>
                    <a:pt x="13843" y="0"/>
                  </a:cubicBezTo>
                  <a:lnTo>
                    <a:pt x="13843" y="2794"/>
                  </a:lnTo>
                  <a:lnTo>
                    <a:pt x="13843" y="0"/>
                  </a:lnTo>
                  <a:cubicBezTo>
                    <a:pt x="17653" y="0"/>
                    <a:pt x="20955" y="1397"/>
                    <a:pt x="23495" y="4064"/>
                  </a:cubicBezTo>
                  <a:lnTo>
                    <a:pt x="21590" y="5969"/>
                  </a:lnTo>
                  <a:lnTo>
                    <a:pt x="23495" y="4064"/>
                  </a:lnTo>
                  <a:cubicBezTo>
                    <a:pt x="26162" y="6731"/>
                    <a:pt x="27559" y="10033"/>
                    <a:pt x="27559" y="13716"/>
                  </a:cubicBezTo>
                  <a:lnTo>
                    <a:pt x="24765" y="13716"/>
                  </a:lnTo>
                  <a:lnTo>
                    <a:pt x="27559" y="13716"/>
                  </a:lnTo>
                  <a:moveTo>
                    <a:pt x="22098" y="13716"/>
                  </a:moveTo>
                  <a:cubicBezTo>
                    <a:pt x="22098" y="11430"/>
                    <a:pt x="21336" y="9525"/>
                    <a:pt x="19685" y="7874"/>
                  </a:cubicBezTo>
                  <a:cubicBezTo>
                    <a:pt x="18034" y="6223"/>
                    <a:pt x="16129" y="5461"/>
                    <a:pt x="13843" y="5461"/>
                  </a:cubicBezTo>
                  <a:cubicBezTo>
                    <a:pt x="11557" y="5461"/>
                    <a:pt x="9652" y="6223"/>
                    <a:pt x="8001" y="7874"/>
                  </a:cubicBezTo>
                  <a:cubicBezTo>
                    <a:pt x="6350" y="9525"/>
                    <a:pt x="5588" y="11430"/>
                    <a:pt x="5588" y="13716"/>
                  </a:cubicBezTo>
                  <a:cubicBezTo>
                    <a:pt x="5588" y="16002"/>
                    <a:pt x="6350" y="17907"/>
                    <a:pt x="8001" y="19558"/>
                  </a:cubicBezTo>
                  <a:lnTo>
                    <a:pt x="6096" y="21463"/>
                  </a:lnTo>
                  <a:lnTo>
                    <a:pt x="8001" y="19558"/>
                  </a:lnTo>
                  <a:cubicBezTo>
                    <a:pt x="9652" y="21209"/>
                    <a:pt x="11557" y="21971"/>
                    <a:pt x="13843" y="21971"/>
                  </a:cubicBezTo>
                  <a:cubicBezTo>
                    <a:pt x="16129" y="21971"/>
                    <a:pt x="18034" y="21209"/>
                    <a:pt x="19685" y="19558"/>
                  </a:cubicBezTo>
                  <a:lnTo>
                    <a:pt x="21590" y="21463"/>
                  </a:lnTo>
                  <a:lnTo>
                    <a:pt x="19685" y="19558"/>
                  </a:lnTo>
                  <a:cubicBezTo>
                    <a:pt x="21336" y="17907"/>
                    <a:pt x="22098" y="16002"/>
                    <a:pt x="22098" y="13716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71196" y="204724"/>
              <a:ext cx="5588" cy="18923"/>
            </a:xfrm>
            <a:custGeom>
              <a:avLst/>
              <a:gdLst/>
              <a:ahLst/>
              <a:cxnLst/>
              <a:rect r="r" b="b" t="t" l="l"/>
              <a:pathLst>
                <a:path h="18923" w="5588">
                  <a:moveTo>
                    <a:pt x="0" y="16129"/>
                  </a:moveTo>
                  <a:lnTo>
                    <a:pt x="0" y="2794"/>
                  </a:lnTo>
                  <a:cubicBezTo>
                    <a:pt x="0" y="1270"/>
                    <a:pt x="1270" y="0"/>
                    <a:pt x="2794" y="0"/>
                  </a:cubicBezTo>
                  <a:cubicBezTo>
                    <a:pt x="4318" y="0"/>
                    <a:pt x="5588" y="1270"/>
                    <a:pt x="5588" y="2794"/>
                  </a:cubicBezTo>
                  <a:lnTo>
                    <a:pt x="5588" y="16129"/>
                  </a:lnTo>
                  <a:cubicBezTo>
                    <a:pt x="5588" y="17653"/>
                    <a:pt x="4318" y="18923"/>
                    <a:pt x="2794" y="18923"/>
                  </a:cubicBezTo>
                  <a:cubicBezTo>
                    <a:pt x="1270" y="18923"/>
                    <a:pt x="0" y="17653"/>
                    <a:pt x="0" y="16129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84912" y="146431"/>
              <a:ext cx="40640" cy="40767"/>
            </a:xfrm>
            <a:custGeom>
              <a:avLst/>
              <a:gdLst/>
              <a:ahLst/>
              <a:cxnLst/>
              <a:rect r="r" b="b" t="t" l="l"/>
              <a:pathLst>
                <a:path h="40767" w="40640">
                  <a:moveTo>
                    <a:pt x="40640" y="20447"/>
                  </a:moveTo>
                  <a:cubicBezTo>
                    <a:pt x="40640" y="23114"/>
                    <a:pt x="40132" y="25781"/>
                    <a:pt x="39116" y="28194"/>
                  </a:cubicBezTo>
                  <a:cubicBezTo>
                    <a:pt x="38100" y="30734"/>
                    <a:pt x="36576" y="32893"/>
                    <a:pt x="34671" y="34798"/>
                  </a:cubicBezTo>
                  <a:lnTo>
                    <a:pt x="32766" y="32893"/>
                  </a:lnTo>
                  <a:lnTo>
                    <a:pt x="34671" y="34798"/>
                  </a:lnTo>
                  <a:cubicBezTo>
                    <a:pt x="32766" y="36703"/>
                    <a:pt x="30607" y="38227"/>
                    <a:pt x="28067" y="39243"/>
                  </a:cubicBezTo>
                  <a:lnTo>
                    <a:pt x="27051" y="36703"/>
                  </a:lnTo>
                  <a:lnTo>
                    <a:pt x="28067" y="39243"/>
                  </a:lnTo>
                  <a:cubicBezTo>
                    <a:pt x="25527" y="40259"/>
                    <a:pt x="22987" y="40767"/>
                    <a:pt x="20320" y="40767"/>
                  </a:cubicBezTo>
                  <a:lnTo>
                    <a:pt x="20320" y="37973"/>
                  </a:lnTo>
                  <a:lnTo>
                    <a:pt x="20320" y="40767"/>
                  </a:lnTo>
                  <a:cubicBezTo>
                    <a:pt x="17653" y="40767"/>
                    <a:pt x="14986" y="40259"/>
                    <a:pt x="12573" y="39243"/>
                  </a:cubicBezTo>
                  <a:lnTo>
                    <a:pt x="13589" y="36703"/>
                  </a:lnTo>
                  <a:lnTo>
                    <a:pt x="12573" y="39243"/>
                  </a:lnTo>
                  <a:cubicBezTo>
                    <a:pt x="10033" y="38227"/>
                    <a:pt x="7874" y="36703"/>
                    <a:pt x="5969" y="34798"/>
                  </a:cubicBezTo>
                  <a:lnTo>
                    <a:pt x="7874" y="32893"/>
                  </a:lnTo>
                  <a:lnTo>
                    <a:pt x="5969" y="34798"/>
                  </a:lnTo>
                  <a:cubicBezTo>
                    <a:pt x="4064" y="32893"/>
                    <a:pt x="2540" y="30734"/>
                    <a:pt x="1524" y="28194"/>
                  </a:cubicBezTo>
                  <a:lnTo>
                    <a:pt x="4064" y="27178"/>
                  </a:lnTo>
                  <a:lnTo>
                    <a:pt x="1524" y="28194"/>
                  </a:lnTo>
                  <a:cubicBezTo>
                    <a:pt x="508" y="25654"/>
                    <a:pt x="0" y="23114"/>
                    <a:pt x="0" y="20447"/>
                  </a:cubicBezTo>
                  <a:lnTo>
                    <a:pt x="2794" y="20447"/>
                  </a:lnTo>
                  <a:lnTo>
                    <a:pt x="0" y="20447"/>
                  </a:lnTo>
                  <a:cubicBezTo>
                    <a:pt x="0" y="17780"/>
                    <a:pt x="508" y="15113"/>
                    <a:pt x="1524" y="12573"/>
                  </a:cubicBezTo>
                  <a:lnTo>
                    <a:pt x="4064" y="13589"/>
                  </a:lnTo>
                  <a:lnTo>
                    <a:pt x="1524" y="12573"/>
                  </a:lnTo>
                  <a:cubicBezTo>
                    <a:pt x="2540" y="10033"/>
                    <a:pt x="4064" y="7874"/>
                    <a:pt x="5969" y="5969"/>
                  </a:cubicBezTo>
                  <a:lnTo>
                    <a:pt x="7874" y="7874"/>
                  </a:lnTo>
                  <a:lnTo>
                    <a:pt x="5969" y="5969"/>
                  </a:lnTo>
                  <a:cubicBezTo>
                    <a:pt x="7874" y="4064"/>
                    <a:pt x="10033" y="2540"/>
                    <a:pt x="12573" y="1524"/>
                  </a:cubicBezTo>
                  <a:lnTo>
                    <a:pt x="13589" y="4064"/>
                  </a:lnTo>
                  <a:lnTo>
                    <a:pt x="12573" y="1524"/>
                  </a:lnTo>
                  <a:cubicBezTo>
                    <a:pt x="15113" y="508"/>
                    <a:pt x="17653" y="0"/>
                    <a:pt x="20320" y="0"/>
                  </a:cubicBezTo>
                  <a:lnTo>
                    <a:pt x="20320" y="2794"/>
                  </a:lnTo>
                  <a:lnTo>
                    <a:pt x="20320" y="0"/>
                  </a:lnTo>
                  <a:cubicBezTo>
                    <a:pt x="22987" y="0"/>
                    <a:pt x="25654" y="508"/>
                    <a:pt x="28067" y="1524"/>
                  </a:cubicBezTo>
                  <a:lnTo>
                    <a:pt x="27051" y="4064"/>
                  </a:lnTo>
                  <a:lnTo>
                    <a:pt x="28067" y="1524"/>
                  </a:lnTo>
                  <a:cubicBezTo>
                    <a:pt x="30607" y="2540"/>
                    <a:pt x="32766" y="4064"/>
                    <a:pt x="34671" y="5969"/>
                  </a:cubicBezTo>
                  <a:lnTo>
                    <a:pt x="32766" y="7874"/>
                  </a:lnTo>
                  <a:lnTo>
                    <a:pt x="34671" y="5969"/>
                  </a:lnTo>
                  <a:cubicBezTo>
                    <a:pt x="36576" y="7874"/>
                    <a:pt x="38100" y="10033"/>
                    <a:pt x="39116" y="12573"/>
                  </a:cubicBezTo>
                  <a:cubicBezTo>
                    <a:pt x="40132" y="15113"/>
                    <a:pt x="40640" y="17653"/>
                    <a:pt x="40640" y="20320"/>
                  </a:cubicBezTo>
                  <a:lnTo>
                    <a:pt x="37846" y="20320"/>
                  </a:lnTo>
                  <a:lnTo>
                    <a:pt x="40640" y="20320"/>
                  </a:lnTo>
                  <a:moveTo>
                    <a:pt x="35179" y="20320"/>
                  </a:moveTo>
                  <a:cubicBezTo>
                    <a:pt x="35179" y="18288"/>
                    <a:pt x="34798" y="16383"/>
                    <a:pt x="34036" y="14605"/>
                  </a:cubicBezTo>
                  <a:lnTo>
                    <a:pt x="36576" y="13589"/>
                  </a:lnTo>
                  <a:lnTo>
                    <a:pt x="34036" y="14605"/>
                  </a:lnTo>
                  <a:cubicBezTo>
                    <a:pt x="33274" y="12827"/>
                    <a:pt x="32258" y="11176"/>
                    <a:pt x="30861" y="9779"/>
                  </a:cubicBezTo>
                  <a:cubicBezTo>
                    <a:pt x="29464" y="8382"/>
                    <a:pt x="27813" y="7239"/>
                    <a:pt x="26035" y="6604"/>
                  </a:cubicBezTo>
                  <a:cubicBezTo>
                    <a:pt x="24257" y="5842"/>
                    <a:pt x="22352" y="5461"/>
                    <a:pt x="20320" y="5461"/>
                  </a:cubicBezTo>
                  <a:cubicBezTo>
                    <a:pt x="18288" y="5461"/>
                    <a:pt x="16510" y="5842"/>
                    <a:pt x="14605" y="6604"/>
                  </a:cubicBezTo>
                  <a:cubicBezTo>
                    <a:pt x="12827" y="7366"/>
                    <a:pt x="11176" y="8382"/>
                    <a:pt x="9779" y="9779"/>
                  </a:cubicBezTo>
                  <a:cubicBezTo>
                    <a:pt x="8382" y="11176"/>
                    <a:pt x="7366" y="12827"/>
                    <a:pt x="6604" y="14605"/>
                  </a:cubicBezTo>
                  <a:cubicBezTo>
                    <a:pt x="5842" y="16383"/>
                    <a:pt x="5461" y="18288"/>
                    <a:pt x="5461" y="20320"/>
                  </a:cubicBezTo>
                  <a:cubicBezTo>
                    <a:pt x="5461" y="22352"/>
                    <a:pt x="5842" y="24130"/>
                    <a:pt x="6604" y="26035"/>
                  </a:cubicBezTo>
                  <a:cubicBezTo>
                    <a:pt x="7366" y="27813"/>
                    <a:pt x="8382" y="29464"/>
                    <a:pt x="9779" y="30861"/>
                  </a:cubicBezTo>
                  <a:cubicBezTo>
                    <a:pt x="11176" y="32258"/>
                    <a:pt x="12827" y="33274"/>
                    <a:pt x="14605" y="34036"/>
                  </a:cubicBezTo>
                  <a:cubicBezTo>
                    <a:pt x="16383" y="34798"/>
                    <a:pt x="18288" y="35179"/>
                    <a:pt x="20320" y="35179"/>
                  </a:cubicBezTo>
                  <a:cubicBezTo>
                    <a:pt x="22352" y="35179"/>
                    <a:pt x="24130" y="34798"/>
                    <a:pt x="26035" y="34036"/>
                  </a:cubicBezTo>
                  <a:cubicBezTo>
                    <a:pt x="27813" y="33274"/>
                    <a:pt x="29464" y="32258"/>
                    <a:pt x="30861" y="30861"/>
                  </a:cubicBezTo>
                  <a:cubicBezTo>
                    <a:pt x="32258" y="29464"/>
                    <a:pt x="33274" y="27813"/>
                    <a:pt x="34036" y="26035"/>
                  </a:cubicBezTo>
                  <a:lnTo>
                    <a:pt x="36576" y="27051"/>
                  </a:lnTo>
                  <a:lnTo>
                    <a:pt x="34036" y="26035"/>
                  </a:lnTo>
                  <a:cubicBezTo>
                    <a:pt x="34798" y="24257"/>
                    <a:pt x="35179" y="22352"/>
                    <a:pt x="35179" y="2032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43332" y="151384"/>
              <a:ext cx="40513" cy="5588"/>
            </a:xfrm>
            <a:custGeom>
              <a:avLst/>
              <a:gdLst/>
              <a:ahLst/>
              <a:cxnLst/>
              <a:rect r="r" b="b" t="t" l="l"/>
              <a:pathLst>
                <a:path h="5588" w="40513">
                  <a:moveTo>
                    <a:pt x="37719" y="5588"/>
                  </a:moveTo>
                  <a:lnTo>
                    <a:pt x="2794" y="5588"/>
                  </a:lnTo>
                  <a:cubicBezTo>
                    <a:pt x="1270" y="5588"/>
                    <a:pt x="0" y="4318"/>
                    <a:pt x="0" y="2794"/>
                  </a:cubicBezTo>
                  <a:cubicBezTo>
                    <a:pt x="0" y="1270"/>
                    <a:pt x="1270" y="0"/>
                    <a:pt x="2794" y="0"/>
                  </a:cubicBezTo>
                  <a:lnTo>
                    <a:pt x="37719" y="0"/>
                  </a:lnTo>
                  <a:cubicBezTo>
                    <a:pt x="39243" y="0"/>
                    <a:pt x="40513" y="1270"/>
                    <a:pt x="40513" y="2794"/>
                  </a:cubicBezTo>
                  <a:cubicBezTo>
                    <a:pt x="40513" y="4318"/>
                    <a:pt x="39243" y="5588"/>
                    <a:pt x="37719" y="5588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67535" y="151457"/>
              <a:ext cx="16237" cy="18396"/>
            </a:xfrm>
            <a:custGeom>
              <a:avLst/>
              <a:gdLst/>
              <a:ahLst/>
              <a:cxnLst/>
              <a:rect r="r" b="b" t="t" l="l"/>
              <a:pathLst>
                <a:path h="18396" w="16237">
                  <a:moveTo>
                    <a:pt x="15675" y="4499"/>
                  </a:moveTo>
                  <a:lnTo>
                    <a:pt x="4753" y="17453"/>
                  </a:lnTo>
                  <a:cubicBezTo>
                    <a:pt x="3737" y="18596"/>
                    <a:pt x="2086" y="18723"/>
                    <a:pt x="943" y="17707"/>
                  </a:cubicBezTo>
                  <a:cubicBezTo>
                    <a:pt x="-200" y="16691"/>
                    <a:pt x="-327" y="15040"/>
                    <a:pt x="689" y="13897"/>
                  </a:cubicBezTo>
                  <a:lnTo>
                    <a:pt x="11484" y="943"/>
                  </a:lnTo>
                  <a:cubicBezTo>
                    <a:pt x="12500" y="-200"/>
                    <a:pt x="14151" y="-327"/>
                    <a:pt x="15294" y="689"/>
                  </a:cubicBezTo>
                  <a:cubicBezTo>
                    <a:pt x="16437" y="1705"/>
                    <a:pt x="16564" y="3356"/>
                    <a:pt x="15548" y="4499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67333" y="164389"/>
              <a:ext cx="16386" cy="18693"/>
            </a:xfrm>
            <a:custGeom>
              <a:avLst/>
              <a:gdLst/>
              <a:ahLst/>
              <a:cxnLst/>
              <a:rect r="r" b="b" t="t" l="l"/>
              <a:pathLst>
                <a:path h="18693" w="16386">
                  <a:moveTo>
                    <a:pt x="11559" y="17729"/>
                  </a:moveTo>
                  <a:lnTo>
                    <a:pt x="637" y="4394"/>
                  </a:lnTo>
                  <a:cubicBezTo>
                    <a:pt x="-379" y="3251"/>
                    <a:pt x="-125" y="1473"/>
                    <a:pt x="1018" y="584"/>
                  </a:cubicBezTo>
                  <a:cubicBezTo>
                    <a:pt x="2161" y="-305"/>
                    <a:pt x="3939" y="-178"/>
                    <a:pt x="4828" y="965"/>
                  </a:cubicBezTo>
                  <a:lnTo>
                    <a:pt x="15750" y="14300"/>
                  </a:lnTo>
                  <a:cubicBezTo>
                    <a:pt x="16766" y="15443"/>
                    <a:pt x="16512" y="17221"/>
                    <a:pt x="15369" y="18110"/>
                  </a:cubicBezTo>
                  <a:cubicBezTo>
                    <a:pt x="14226" y="18999"/>
                    <a:pt x="12448" y="18872"/>
                    <a:pt x="11559" y="17729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43459" y="177546"/>
              <a:ext cx="40386" cy="5588"/>
            </a:xfrm>
            <a:custGeom>
              <a:avLst/>
              <a:gdLst/>
              <a:ahLst/>
              <a:cxnLst/>
              <a:rect r="r" b="b" t="t" l="l"/>
              <a:pathLst>
                <a:path h="5588" w="40386">
                  <a:moveTo>
                    <a:pt x="37592" y="5588"/>
                  </a:moveTo>
                  <a:lnTo>
                    <a:pt x="2794" y="5588"/>
                  </a:lnTo>
                  <a:cubicBezTo>
                    <a:pt x="1270" y="5588"/>
                    <a:pt x="0" y="4318"/>
                    <a:pt x="0" y="2794"/>
                  </a:cubicBezTo>
                  <a:cubicBezTo>
                    <a:pt x="0" y="1270"/>
                    <a:pt x="1270" y="0"/>
                    <a:pt x="2794" y="0"/>
                  </a:cubicBezTo>
                  <a:lnTo>
                    <a:pt x="37592" y="0"/>
                  </a:lnTo>
                  <a:cubicBezTo>
                    <a:pt x="39116" y="0"/>
                    <a:pt x="40386" y="1270"/>
                    <a:pt x="40386" y="2794"/>
                  </a:cubicBezTo>
                  <a:cubicBezTo>
                    <a:pt x="40386" y="4318"/>
                    <a:pt x="39116" y="5588"/>
                    <a:pt x="37592" y="5588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43332" y="150876"/>
              <a:ext cx="5588" cy="72898"/>
            </a:xfrm>
            <a:custGeom>
              <a:avLst/>
              <a:gdLst/>
              <a:ahLst/>
              <a:cxnLst/>
              <a:rect r="r" b="b" t="t" l="l"/>
              <a:pathLst>
                <a:path h="72898" w="5588">
                  <a:moveTo>
                    <a:pt x="5588" y="2794"/>
                  </a:moveTo>
                  <a:lnTo>
                    <a:pt x="5588" y="70104"/>
                  </a:lnTo>
                  <a:cubicBezTo>
                    <a:pt x="5588" y="71628"/>
                    <a:pt x="4318" y="72898"/>
                    <a:pt x="2794" y="72898"/>
                  </a:cubicBezTo>
                  <a:cubicBezTo>
                    <a:pt x="1270" y="72898"/>
                    <a:pt x="0" y="71628"/>
                    <a:pt x="0" y="70104"/>
                  </a:cubicBezTo>
                  <a:lnTo>
                    <a:pt x="0" y="2794"/>
                  </a:lnTo>
                  <a:cubicBezTo>
                    <a:pt x="0" y="1270"/>
                    <a:pt x="1270" y="0"/>
                    <a:pt x="2794" y="0"/>
                  </a:cubicBezTo>
                  <a:cubicBezTo>
                    <a:pt x="4318" y="0"/>
                    <a:pt x="5588" y="1270"/>
                    <a:pt x="5588" y="2794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43459" y="146939"/>
              <a:ext cx="5588" cy="9525"/>
            </a:xfrm>
            <a:custGeom>
              <a:avLst/>
              <a:gdLst/>
              <a:ahLst/>
              <a:cxnLst/>
              <a:rect r="r" b="b" t="t" l="l"/>
              <a:pathLst>
                <a:path h="9525" w="5588">
                  <a:moveTo>
                    <a:pt x="0" y="6731"/>
                  </a:moveTo>
                  <a:lnTo>
                    <a:pt x="0" y="2794"/>
                  </a:lnTo>
                  <a:cubicBezTo>
                    <a:pt x="0" y="1270"/>
                    <a:pt x="1270" y="0"/>
                    <a:pt x="2794" y="0"/>
                  </a:cubicBezTo>
                  <a:cubicBezTo>
                    <a:pt x="4318" y="0"/>
                    <a:pt x="5588" y="1270"/>
                    <a:pt x="5588" y="2794"/>
                  </a:cubicBezTo>
                  <a:lnTo>
                    <a:pt x="5588" y="6731"/>
                  </a:lnTo>
                  <a:cubicBezTo>
                    <a:pt x="5588" y="8255"/>
                    <a:pt x="4318" y="9525"/>
                    <a:pt x="2794" y="9525"/>
                  </a:cubicBezTo>
                  <a:cubicBezTo>
                    <a:pt x="1270" y="9525"/>
                    <a:pt x="0" y="8255"/>
                    <a:pt x="0" y="6731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48412" y="225679"/>
              <a:ext cx="27686" cy="27686"/>
            </a:xfrm>
            <a:custGeom>
              <a:avLst/>
              <a:gdLst/>
              <a:ahLst/>
              <a:cxnLst/>
              <a:rect r="r" b="b" t="t" l="l"/>
              <a:pathLst>
                <a:path h="27686" w="27686">
                  <a:moveTo>
                    <a:pt x="27686" y="13843"/>
                  </a:moveTo>
                  <a:cubicBezTo>
                    <a:pt x="27686" y="17653"/>
                    <a:pt x="26289" y="20955"/>
                    <a:pt x="23622" y="23622"/>
                  </a:cubicBezTo>
                  <a:lnTo>
                    <a:pt x="21717" y="21717"/>
                  </a:lnTo>
                  <a:lnTo>
                    <a:pt x="23622" y="23622"/>
                  </a:lnTo>
                  <a:cubicBezTo>
                    <a:pt x="20955" y="26289"/>
                    <a:pt x="17653" y="27686"/>
                    <a:pt x="13843" y="27686"/>
                  </a:cubicBezTo>
                  <a:lnTo>
                    <a:pt x="13843" y="24892"/>
                  </a:lnTo>
                  <a:lnTo>
                    <a:pt x="13843" y="27686"/>
                  </a:lnTo>
                  <a:cubicBezTo>
                    <a:pt x="10033" y="27686"/>
                    <a:pt x="6731" y="26289"/>
                    <a:pt x="4064" y="23622"/>
                  </a:cubicBezTo>
                  <a:lnTo>
                    <a:pt x="5969" y="21717"/>
                  </a:lnTo>
                  <a:lnTo>
                    <a:pt x="4064" y="23622"/>
                  </a:lnTo>
                  <a:cubicBezTo>
                    <a:pt x="1397" y="20955"/>
                    <a:pt x="0" y="17653"/>
                    <a:pt x="0" y="13843"/>
                  </a:cubicBezTo>
                  <a:lnTo>
                    <a:pt x="2794" y="13843"/>
                  </a:lnTo>
                  <a:lnTo>
                    <a:pt x="0" y="13843"/>
                  </a:lnTo>
                  <a:cubicBezTo>
                    <a:pt x="0" y="10033"/>
                    <a:pt x="1397" y="6731"/>
                    <a:pt x="4064" y="4064"/>
                  </a:cubicBezTo>
                  <a:lnTo>
                    <a:pt x="5969" y="5969"/>
                  </a:lnTo>
                  <a:lnTo>
                    <a:pt x="4064" y="4064"/>
                  </a:lnTo>
                  <a:cubicBezTo>
                    <a:pt x="6731" y="1397"/>
                    <a:pt x="10033" y="0"/>
                    <a:pt x="13843" y="0"/>
                  </a:cubicBezTo>
                  <a:lnTo>
                    <a:pt x="13843" y="2794"/>
                  </a:lnTo>
                  <a:lnTo>
                    <a:pt x="13843" y="0"/>
                  </a:lnTo>
                  <a:cubicBezTo>
                    <a:pt x="17653" y="0"/>
                    <a:pt x="20955" y="1397"/>
                    <a:pt x="23622" y="4064"/>
                  </a:cubicBezTo>
                  <a:lnTo>
                    <a:pt x="21717" y="5969"/>
                  </a:lnTo>
                  <a:lnTo>
                    <a:pt x="23622" y="4064"/>
                  </a:lnTo>
                  <a:cubicBezTo>
                    <a:pt x="26289" y="6731"/>
                    <a:pt x="27686" y="10033"/>
                    <a:pt x="27686" y="13843"/>
                  </a:cubicBezTo>
                  <a:lnTo>
                    <a:pt x="24892" y="13843"/>
                  </a:lnTo>
                  <a:lnTo>
                    <a:pt x="27686" y="13843"/>
                  </a:lnTo>
                  <a:moveTo>
                    <a:pt x="22225" y="13843"/>
                  </a:moveTo>
                  <a:cubicBezTo>
                    <a:pt x="22225" y="11557"/>
                    <a:pt x="21463" y="9652"/>
                    <a:pt x="19812" y="8001"/>
                  </a:cubicBezTo>
                  <a:cubicBezTo>
                    <a:pt x="18161" y="6350"/>
                    <a:pt x="16256" y="5588"/>
                    <a:pt x="13970" y="5588"/>
                  </a:cubicBezTo>
                  <a:cubicBezTo>
                    <a:pt x="11684" y="5588"/>
                    <a:pt x="9779" y="6350"/>
                    <a:pt x="8128" y="8001"/>
                  </a:cubicBezTo>
                  <a:cubicBezTo>
                    <a:pt x="6477" y="9652"/>
                    <a:pt x="5715" y="11557"/>
                    <a:pt x="5715" y="13843"/>
                  </a:cubicBezTo>
                  <a:cubicBezTo>
                    <a:pt x="5715" y="16129"/>
                    <a:pt x="6477" y="18034"/>
                    <a:pt x="8128" y="19685"/>
                  </a:cubicBezTo>
                  <a:cubicBezTo>
                    <a:pt x="9779" y="21336"/>
                    <a:pt x="11684" y="22098"/>
                    <a:pt x="13970" y="22098"/>
                  </a:cubicBezTo>
                  <a:cubicBezTo>
                    <a:pt x="16256" y="22098"/>
                    <a:pt x="18161" y="21336"/>
                    <a:pt x="19812" y="19685"/>
                  </a:cubicBezTo>
                  <a:cubicBezTo>
                    <a:pt x="21463" y="18034"/>
                    <a:pt x="22225" y="16129"/>
                    <a:pt x="22225" y="13843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89357" y="188849"/>
              <a:ext cx="35306" cy="5715"/>
            </a:xfrm>
            <a:custGeom>
              <a:avLst/>
              <a:gdLst/>
              <a:ahLst/>
              <a:cxnLst/>
              <a:rect r="r" b="b" t="t" l="l"/>
              <a:pathLst>
                <a:path h="5715" w="35306">
                  <a:moveTo>
                    <a:pt x="2794" y="0"/>
                  </a:moveTo>
                  <a:lnTo>
                    <a:pt x="32512" y="127"/>
                  </a:lnTo>
                  <a:cubicBezTo>
                    <a:pt x="34036" y="127"/>
                    <a:pt x="35306" y="1397"/>
                    <a:pt x="35306" y="2921"/>
                  </a:cubicBezTo>
                  <a:cubicBezTo>
                    <a:pt x="35306" y="4445"/>
                    <a:pt x="34036" y="5715"/>
                    <a:pt x="32512" y="5715"/>
                  </a:cubicBezTo>
                  <a:lnTo>
                    <a:pt x="2794" y="5588"/>
                  </a:lnTo>
                  <a:cubicBezTo>
                    <a:pt x="1270" y="5588"/>
                    <a:pt x="0" y="4318"/>
                    <a:pt x="0" y="2794"/>
                  </a:cubicBezTo>
                  <a:cubicBezTo>
                    <a:pt x="0" y="1270"/>
                    <a:pt x="1270" y="0"/>
                    <a:pt x="2794" y="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07010" y="225679"/>
              <a:ext cx="27686" cy="27686"/>
            </a:xfrm>
            <a:custGeom>
              <a:avLst/>
              <a:gdLst/>
              <a:ahLst/>
              <a:cxnLst/>
              <a:rect r="r" b="b" t="t" l="l"/>
              <a:pathLst>
                <a:path h="27686" w="27686">
                  <a:moveTo>
                    <a:pt x="27686" y="13843"/>
                  </a:moveTo>
                  <a:cubicBezTo>
                    <a:pt x="27686" y="17653"/>
                    <a:pt x="26289" y="20955"/>
                    <a:pt x="23622" y="23622"/>
                  </a:cubicBezTo>
                  <a:lnTo>
                    <a:pt x="21717" y="21717"/>
                  </a:lnTo>
                  <a:lnTo>
                    <a:pt x="23622" y="23622"/>
                  </a:lnTo>
                  <a:cubicBezTo>
                    <a:pt x="20955" y="26289"/>
                    <a:pt x="17653" y="27686"/>
                    <a:pt x="13843" y="27686"/>
                  </a:cubicBezTo>
                  <a:lnTo>
                    <a:pt x="13843" y="24892"/>
                  </a:lnTo>
                  <a:lnTo>
                    <a:pt x="13843" y="27686"/>
                  </a:lnTo>
                  <a:cubicBezTo>
                    <a:pt x="10033" y="27686"/>
                    <a:pt x="6731" y="26289"/>
                    <a:pt x="4064" y="23622"/>
                  </a:cubicBezTo>
                  <a:lnTo>
                    <a:pt x="5969" y="21717"/>
                  </a:lnTo>
                  <a:lnTo>
                    <a:pt x="4064" y="23622"/>
                  </a:lnTo>
                  <a:cubicBezTo>
                    <a:pt x="1397" y="20955"/>
                    <a:pt x="0" y="17653"/>
                    <a:pt x="0" y="13843"/>
                  </a:cubicBezTo>
                  <a:lnTo>
                    <a:pt x="2794" y="13843"/>
                  </a:lnTo>
                  <a:lnTo>
                    <a:pt x="0" y="13843"/>
                  </a:lnTo>
                  <a:cubicBezTo>
                    <a:pt x="0" y="10033"/>
                    <a:pt x="1397" y="6731"/>
                    <a:pt x="4064" y="4064"/>
                  </a:cubicBezTo>
                  <a:lnTo>
                    <a:pt x="5969" y="5969"/>
                  </a:lnTo>
                  <a:lnTo>
                    <a:pt x="4064" y="4064"/>
                  </a:lnTo>
                  <a:cubicBezTo>
                    <a:pt x="6731" y="1397"/>
                    <a:pt x="10033" y="0"/>
                    <a:pt x="13843" y="0"/>
                  </a:cubicBezTo>
                  <a:lnTo>
                    <a:pt x="13843" y="2794"/>
                  </a:lnTo>
                  <a:lnTo>
                    <a:pt x="13843" y="0"/>
                  </a:lnTo>
                  <a:cubicBezTo>
                    <a:pt x="17653" y="0"/>
                    <a:pt x="20955" y="1397"/>
                    <a:pt x="23622" y="4064"/>
                  </a:cubicBezTo>
                  <a:lnTo>
                    <a:pt x="21717" y="5969"/>
                  </a:lnTo>
                  <a:lnTo>
                    <a:pt x="23622" y="4064"/>
                  </a:lnTo>
                  <a:cubicBezTo>
                    <a:pt x="26289" y="6731"/>
                    <a:pt x="27686" y="10033"/>
                    <a:pt x="27686" y="13843"/>
                  </a:cubicBezTo>
                  <a:lnTo>
                    <a:pt x="24892" y="13843"/>
                  </a:lnTo>
                  <a:lnTo>
                    <a:pt x="27686" y="13843"/>
                  </a:lnTo>
                  <a:moveTo>
                    <a:pt x="22225" y="13843"/>
                  </a:moveTo>
                  <a:cubicBezTo>
                    <a:pt x="22225" y="11557"/>
                    <a:pt x="21463" y="9652"/>
                    <a:pt x="19812" y="8001"/>
                  </a:cubicBezTo>
                  <a:cubicBezTo>
                    <a:pt x="18161" y="6350"/>
                    <a:pt x="16256" y="5588"/>
                    <a:pt x="13970" y="5588"/>
                  </a:cubicBezTo>
                  <a:cubicBezTo>
                    <a:pt x="11684" y="5588"/>
                    <a:pt x="9779" y="6350"/>
                    <a:pt x="8128" y="8001"/>
                  </a:cubicBezTo>
                  <a:cubicBezTo>
                    <a:pt x="6477" y="9652"/>
                    <a:pt x="5715" y="11557"/>
                    <a:pt x="5715" y="13843"/>
                  </a:cubicBezTo>
                  <a:cubicBezTo>
                    <a:pt x="5715" y="16129"/>
                    <a:pt x="6477" y="18034"/>
                    <a:pt x="8128" y="19685"/>
                  </a:cubicBezTo>
                  <a:cubicBezTo>
                    <a:pt x="9779" y="21336"/>
                    <a:pt x="11684" y="22098"/>
                    <a:pt x="13970" y="22098"/>
                  </a:cubicBezTo>
                  <a:cubicBezTo>
                    <a:pt x="16256" y="22098"/>
                    <a:pt x="18161" y="21336"/>
                    <a:pt x="19812" y="19685"/>
                  </a:cubicBezTo>
                  <a:cubicBezTo>
                    <a:pt x="21463" y="18034"/>
                    <a:pt x="22225" y="16129"/>
                    <a:pt x="22225" y="13843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71196" y="188895"/>
              <a:ext cx="23534" cy="21417"/>
            </a:xfrm>
            <a:custGeom>
              <a:avLst/>
              <a:gdLst/>
              <a:ahLst/>
              <a:cxnLst/>
              <a:rect r="r" b="b" t="t" l="l"/>
              <a:pathLst>
                <a:path h="21417" w="23534">
                  <a:moveTo>
                    <a:pt x="0" y="18623"/>
                  </a:moveTo>
                  <a:cubicBezTo>
                    <a:pt x="0" y="15956"/>
                    <a:pt x="508" y="13289"/>
                    <a:pt x="1651" y="10876"/>
                  </a:cubicBezTo>
                  <a:lnTo>
                    <a:pt x="4191" y="12019"/>
                  </a:lnTo>
                  <a:lnTo>
                    <a:pt x="1651" y="10876"/>
                  </a:lnTo>
                  <a:cubicBezTo>
                    <a:pt x="2794" y="8336"/>
                    <a:pt x="4318" y="6304"/>
                    <a:pt x="6350" y="4526"/>
                  </a:cubicBezTo>
                  <a:cubicBezTo>
                    <a:pt x="8382" y="2748"/>
                    <a:pt x="10668" y="1478"/>
                    <a:pt x="13335" y="716"/>
                  </a:cubicBezTo>
                  <a:cubicBezTo>
                    <a:pt x="15875" y="-46"/>
                    <a:pt x="18542" y="-173"/>
                    <a:pt x="21209" y="208"/>
                  </a:cubicBezTo>
                  <a:cubicBezTo>
                    <a:pt x="22733" y="462"/>
                    <a:pt x="23749" y="1859"/>
                    <a:pt x="23495" y="3256"/>
                  </a:cubicBezTo>
                  <a:cubicBezTo>
                    <a:pt x="23241" y="4653"/>
                    <a:pt x="21844" y="5796"/>
                    <a:pt x="20447" y="5542"/>
                  </a:cubicBezTo>
                  <a:cubicBezTo>
                    <a:pt x="18542" y="5288"/>
                    <a:pt x="16637" y="5415"/>
                    <a:pt x="14859" y="5923"/>
                  </a:cubicBezTo>
                  <a:lnTo>
                    <a:pt x="14097" y="3256"/>
                  </a:lnTo>
                  <a:lnTo>
                    <a:pt x="14859" y="5923"/>
                  </a:lnTo>
                  <a:cubicBezTo>
                    <a:pt x="12954" y="6431"/>
                    <a:pt x="11430" y="7320"/>
                    <a:pt x="9906" y="8590"/>
                  </a:cubicBezTo>
                  <a:lnTo>
                    <a:pt x="8128" y="6558"/>
                  </a:lnTo>
                  <a:lnTo>
                    <a:pt x="9906" y="8590"/>
                  </a:lnTo>
                  <a:cubicBezTo>
                    <a:pt x="8509" y="9860"/>
                    <a:pt x="7366" y="11384"/>
                    <a:pt x="6604" y="13162"/>
                  </a:cubicBezTo>
                  <a:cubicBezTo>
                    <a:pt x="5842" y="14940"/>
                    <a:pt x="5461" y="16718"/>
                    <a:pt x="5461" y="18623"/>
                  </a:cubicBezTo>
                  <a:cubicBezTo>
                    <a:pt x="5461" y="20147"/>
                    <a:pt x="4318" y="21417"/>
                    <a:pt x="2794" y="21417"/>
                  </a:cubicBezTo>
                  <a:cubicBezTo>
                    <a:pt x="1270" y="21417"/>
                    <a:pt x="0" y="20274"/>
                    <a:pt x="0" y="1875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226431" y="191125"/>
              <a:ext cx="12964" cy="18933"/>
            </a:xfrm>
            <a:custGeom>
              <a:avLst/>
              <a:gdLst/>
              <a:ahLst/>
              <a:cxnLst/>
              <a:rect r="r" b="b" t="t" l="l"/>
              <a:pathLst>
                <a:path h="18933" w="12964">
                  <a:moveTo>
                    <a:pt x="4074" y="391"/>
                  </a:moveTo>
                  <a:cubicBezTo>
                    <a:pt x="9789" y="3947"/>
                    <a:pt x="12837" y="9281"/>
                    <a:pt x="12964" y="16139"/>
                  </a:cubicBezTo>
                  <a:cubicBezTo>
                    <a:pt x="12964" y="17663"/>
                    <a:pt x="11821" y="18933"/>
                    <a:pt x="10297" y="18933"/>
                  </a:cubicBezTo>
                  <a:cubicBezTo>
                    <a:pt x="8773" y="18933"/>
                    <a:pt x="7503" y="17790"/>
                    <a:pt x="7503" y="16266"/>
                  </a:cubicBezTo>
                  <a:cubicBezTo>
                    <a:pt x="7376" y="11313"/>
                    <a:pt x="5344" y="7757"/>
                    <a:pt x="1280" y="5090"/>
                  </a:cubicBezTo>
                  <a:cubicBezTo>
                    <a:pt x="10" y="4328"/>
                    <a:pt x="-371" y="2550"/>
                    <a:pt x="391" y="1280"/>
                  </a:cubicBezTo>
                  <a:cubicBezTo>
                    <a:pt x="1153" y="10"/>
                    <a:pt x="2931" y="-371"/>
                    <a:pt x="4201" y="391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33680" y="204470"/>
              <a:ext cx="5588" cy="19177"/>
            </a:xfrm>
            <a:custGeom>
              <a:avLst/>
              <a:gdLst/>
              <a:ahLst/>
              <a:cxnLst/>
              <a:rect r="r" b="b" t="t" l="l"/>
              <a:pathLst>
                <a:path h="19177" w="5588">
                  <a:moveTo>
                    <a:pt x="5588" y="2794"/>
                  </a:moveTo>
                  <a:lnTo>
                    <a:pt x="5588" y="16383"/>
                  </a:lnTo>
                  <a:cubicBezTo>
                    <a:pt x="5588" y="17907"/>
                    <a:pt x="4318" y="19177"/>
                    <a:pt x="2794" y="19177"/>
                  </a:cubicBezTo>
                  <a:cubicBezTo>
                    <a:pt x="1270" y="19177"/>
                    <a:pt x="0" y="17907"/>
                    <a:pt x="0" y="16383"/>
                  </a:cubicBezTo>
                  <a:lnTo>
                    <a:pt x="0" y="2794"/>
                  </a:lnTo>
                  <a:cubicBezTo>
                    <a:pt x="0" y="1270"/>
                    <a:pt x="1270" y="0"/>
                    <a:pt x="2794" y="0"/>
                  </a:cubicBezTo>
                  <a:cubicBezTo>
                    <a:pt x="4318" y="0"/>
                    <a:pt x="5588" y="1270"/>
                    <a:pt x="5588" y="2794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53492" y="252730"/>
              <a:ext cx="18669" cy="5588"/>
            </a:xfrm>
            <a:custGeom>
              <a:avLst/>
              <a:gdLst/>
              <a:ahLst/>
              <a:cxnLst/>
              <a:rect r="r" b="b" t="t" l="l"/>
              <a:pathLst>
                <a:path h="5588" w="18669">
                  <a:moveTo>
                    <a:pt x="2794" y="0"/>
                  </a:moveTo>
                  <a:lnTo>
                    <a:pt x="15875" y="0"/>
                  </a:lnTo>
                  <a:cubicBezTo>
                    <a:pt x="17399" y="0"/>
                    <a:pt x="18669" y="1270"/>
                    <a:pt x="18669" y="2794"/>
                  </a:cubicBezTo>
                  <a:cubicBezTo>
                    <a:pt x="18669" y="4318"/>
                    <a:pt x="17399" y="5588"/>
                    <a:pt x="15875" y="5588"/>
                  </a:cubicBezTo>
                  <a:lnTo>
                    <a:pt x="2794" y="5588"/>
                  </a:lnTo>
                  <a:cubicBezTo>
                    <a:pt x="1270" y="5588"/>
                    <a:pt x="0" y="4318"/>
                    <a:pt x="0" y="2794"/>
                  </a:cubicBezTo>
                  <a:cubicBezTo>
                    <a:pt x="0" y="1270"/>
                    <a:pt x="1270" y="0"/>
                    <a:pt x="2794" y="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55622" y="2051047"/>
            <a:ext cx="479422" cy="479422"/>
            <a:chOff x="0" y="0"/>
            <a:chExt cx="479425" cy="4794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68199" y="68199"/>
              <a:ext cx="343027" cy="342900"/>
            </a:xfrm>
            <a:custGeom>
              <a:avLst/>
              <a:gdLst/>
              <a:ahLst/>
              <a:cxnLst/>
              <a:rect r="r" b="b" t="t" l="l"/>
              <a:pathLst>
                <a:path h="342900" w="343027">
                  <a:moveTo>
                    <a:pt x="127" y="338201"/>
                  </a:moveTo>
                  <a:lnTo>
                    <a:pt x="127" y="4826"/>
                  </a:lnTo>
                  <a:cubicBezTo>
                    <a:pt x="127" y="3556"/>
                    <a:pt x="635" y="2413"/>
                    <a:pt x="1524" y="1397"/>
                  </a:cubicBezTo>
                  <a:cubicBezTo>
                    <a:pt x="2413" y="381"/>
                    <a:pt x="3556" y="0"/>
                    <a:pt x="4953" y="0"/>
                  </a:cubicBezTo>
                  <a:lnTo>
                    <a:pt x="338201" y="0"/>
                  </a:lnTo>
                  <a:cubicBezTo>
                    <a:pt x="339471" y="0"/>
                    <a:pt x="340614" y="508"/>
                    <a:pt x="341630" y="1397"/>
                  </a:cubicBezTo>
                  <a:cubicBezTo>
                    <a:pt x="342646" y="2286"/>
                    <a:pt x="343027" y="3429"/>
                    <a:pt x="343027" y="4826"/>
                  </a:cubicBezTo>
                  <a:lnTo>
                    <a:pt x="343027" y="338201"/>
                  </a:lnTo>
                  <a:cubicBezTo>
                    <a:pt x="343027" y="339471"/>
                    <a:pt x="342519" y="340614"/>
                    <a:pt x="341630" y="341503"/>
                  </a:cubicBezTo>
                  <a:cubicBezTo>
                    <a:pt x="340741" y="342392"/>
                    <a:pt x="339598" y="342900"/>
                    <a:pt x="338201" y="342900"/>
                  </a:cubicBezTo>
                  <a:lnTo>
                    <a:pt x="4826" y="342900"/>
                  </a:lnTo>
                  <a:cubicBezTo>
                    <a:pt x="3556" y="342900"/>
                    <a:pt x="2413" y="342392"/>
                    <a:pt x="1397" y="341503"/>
                  </a:cubicBezTo>
                  <a:cubicBezTo>
                    <a:pt x="381" y="340614"/>
                    <a:pt x="0" y="339471"/>
                    <a:pt x="0" y="338201"/>
                  </a:cubicBezTo>
                </a:path>
              </a:pathLst>
            </a:custGeom>
            <a:solidFill>
              <a:srgbClr val="E3ECFB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500" y="63500"/>
              <a:ext cx="352298" cy="352425"/>
            </a:xfrm>
            <a:custGeom>
              <a:avLst/>
              <a:gdLst/>
              <a:ahLst/>
              <a:cxnLst/>
              <a:rect r="r" b="b" t="t" l="l"/>
              <a:pathLst>
                <a:path h="352425" w="352298">
                  <a:moveTo>
                    <a:pt x="0" y="342900"/>
                  </a:moveTo>
                  <a:lnTo>
                    <a:pt x="0" y="9525"/>
                  </a:lnTo>
                  <a:lnTo>
                    <a:pt x="4826" y="9525"/>
                  </a:lnTo>
                  <a:lnTo>
                    <a:pt x="0" y="9525"/>
                  </a:lnTo>
                  <a:cubicBezTo>
                    <a:pt x="0" y="9017"/>
                    <a:pt x="0" y="8509"/>
                    <a:pt x="127" y="7874"/>
                  </a:cubicBezTo>
                  <a:cubicBezTo>
                    <a:pt x="381" y="6477"/>
                    <a:pt x="889" y="5080"/>
                    <a:pt x="1778" y="3937"/>
                  </a:cubicBezTo>
                  <a:cubicBezTo>
                    <a:pt x="2032" y="3556"/>
                    <a:pt x="2413" y="3048"/>
                    <a:pt x="2794" y="2794"/>
                  </a:cubicBezTo>
                  <a:lnTo>
                    <a:pt x="6096" y="6223"/>
                  </a:lnTo>
                  <a:lnTo>
                    <a:pt x="2667" y="2921"/>
                  </a:lnTo>
                  <a:cubicBezTo>
                    <a:pt x="3048" y="2540"/>
                    <a:pt x="3429" y="2286"/>
                    <a:pt x="3810" y="1905"/>
                  </a:cubicBezTo>
                  <a:cubicBezTo>
                    <a:pt x="4953" y="1016"/>
                    <a:pt x="6350" y="508"/>
                    <a:pt x="7747" y="254"/>
                  </a:cubicBezTo>
                  <a:cubicBezTo>
                    <a:pt x="8382" y="0"/>
                    <a:pt x="9017" y="0"/>
                    <a:pt x="9525" y="0"/>
                  </a:cubicBezTo>
                  <a:lnTo>
                    <a:pt x="9525" y="4826"/>
                  </a:lnTo>
                  <a:lnTo>
                    <a:pt x="9525" y="0"/>
                  </a:lnTo>
                  <a:lnTo>
                    <a:pt x="342900" y="0"/>
                  </a:lnTo>
                  <a:lnTo>
                    <a:pt x="342900" y="4826"/>
                  </a:lnTo>
                  <a:lnTo>
                    <a:pt x="342900" y="0"/>
                  </a:lnTo>
                  <a:cubicBezTo>
                    <a:pt x="343408" y="0"/>
                    <a:pt x="344043" y="0"/>
                    <a:pt x="344551" y="127"/>
                  </a:cubicBezTo>
                  <a:cubicBezTo>
                    <a:pt x="345948" y="381"/>
                    <a:pt x="347345" y="889"/>
                    <a:pt x="348488" y="1778"/>
                  </a:cubicBezTo>
                  <a:cubicBezTo>
                    <a:pt x="348869" y="2032"/>
                    <a:pt x="349250" y="2413"/>
                    <a:pt x="349631" y="2794"/>
                  </a:cubicBezTo>
                  <a:lnTo>
                    <a:pt x="346202" y="6096"/>
                  </a:lnTo>
                  <a:lnTo>
                    <a:pt x="349504" y="2667"/>
                  </a:lnTo>
                  <a:cubicBezTo>
                    <a:pt x="349885" y="3048"/>
                    <a:pt x="350266" y="3429"/>
                    <a:pt x="350520" y="3810"/>
                  </a:cubicBezTo>
                  <a:cubicBezTo>
                    <a:pt x="351409" y="4953"/>
                    <a:pt x="351917" y="6350"/>
                    <a:pt x="352171" y="7747"/>
                  </a:cubicBezTo>
                  <a:cubicBezTo>
                    <a:pt x="352298" y="8255"/>
                    <a:pt x="352298" y="8763"/>
                    <a:pt x="352298" y="9398"/>
                  </a:cubicBezTo>
                  <a:lnTo>
                    <a:pt x="347472" y="9398"/>
                  </a:lnTo>
                  <a:lnTo>
                    <a:pt x="352298" y="9398"/>
                  </a:lnTo>
                  <a:lnTo>
                    <a:pt x="352298" y="342900"/>
                  </a:lnTo>
                  <a:lnTo>
                    <a:pt x="347472" y="342900"/>
                  </a:lnTo>
                  <a:lnTo>
                    <a:pt x="352298" y="342900"/>
                  </a:lnTo>
                  <a:cubicBezTo>
                    <a:pt x="352298" y="343408"/>
                    <a:pt x="352298" y="343916"/>
                    <a:pt x="352171" y="344551"/>
                  </a:cubicBezTo>
                  <a:cubicBezTo>
                    <a:pt x="351917" y="345948"/>
                    <a:pt x="351409" y="347345"/>
                    <a:pt x="350520" y="348488"/>
                  </a:cubicBezTo>
                  <a:cubicBezTo>
                    <a:pt x="350266" y="348869"/>
                    <a:pt x="349885" y="349377"/>
                    <a:pt x="349504" y="349631"/>
                  </a:cubicBezTo>
                  <a:cubicBezTo>
                    <a:pt x="349123" y="350012"/>
                    <a:pt x="348615" y="350393"/>
                    <a:pt x="348107" y="350774"/>
                  </a:cubicBezTo>
                  <a:cubicBezTo>
                    <a:pt x="346964" y="351536"/>
                    <a:pt x="345694" y="352044"/>
                    <a:pt x="344297" y="352298"/>
                  </a:cubicBezTo>
                  <a:cubicBezTo>
                    <a:pt x="343789" y="352425"/>
                    <a:pt x="343281" y="352425"/>
                    <a:pt x="342773" y="352425"/>
                  </a:cubicBezTo>
                  <a:lnTo>
                    <a:pt x="342773" y="347599"/>
                  </a:lnTo>
                  <a:lnTo>
                    <a:pt x="342773" y="352425"/>
                  </a:lnTo>
                  <a:lnTo>
                    <a:pt x="9525" y="352425"/>
                  </a:lnTo>
                  <a:lnTo>
                    <a:pt x="9525" y="347599"/>
                  </a:lnTo>
                  <a:lnTo>
                    <a:pt x="9525" y="352425"/>
                  </a:lnTo>
                  <a:cubicBezTo>
                    <a:pt x="9017" y="352425"/>
                    <a:pt x="8509" y="352425"/>
                    <a:pt x="8001" y="352298"/>
                  </a:cubicBezTo>
                  <a:cubicBezTo>
                    <a:pt x="6604" y="352044"/>
                    <a:pt x="5334" y="351536"/>
                    <a:pt x="4191" y="350774"/>
                  </a:cubicBezTo>
                  <a:cubicBezTo>
                    <a:pt x="3683" y="350393"/>
                    <a:pt x="3175" y="350012"/>
                    <a:pt x="2794" y="349631"/>
                  </a:cubicBezTo>
                  <a:cubicBezTo>
                    <a:pt x="2413" y="349250"/>
                    <a:pt x="2032" y="348869"/>
                    <a:pt x="1778" y="348361"/>
                  </a:cubicBezTo>
                  <a:cubicBezTo>
                    <a:pt x="889" y="347218"/>
                    <a:pt x="381" y="345821"/>
                    <a:pt x="127" y="344424"/>
                  </a:cubicBezTo>
                  <a:cubicBezTo>
                    <a:pt x="0" y="343916"/>
                    <a:pt x="0" y="343408"/>
                    <a:pt x="0" y="342900"/>
                  </a:cubicBezTo>
                  <a:lnTo>
                    <a:pt x="4826" y="342900"/>
                  </a:lnTo>
                  <a:lnTo>
                    <a:pt x="0" y="342900"/>
                  </a:lnTo>
                  <a:moveTo>
                    <a:pt x="9525" y="342900"/>
                  </a:moveTo>
                  <a:cubicBezTo>
                    <a:pt x="9525" y="343027"/>
                    <a:pt x="9525" y="342900"/>
                    <a:pt x="9525" y="342900"/>
                  </a:cubicBezTo>
                  <a:cubicBezTo>
                    <a:pt x="9525" y="342900"/>
                    <a:pt x="9525" y="342773"/>
                    <a:pt x="9525" y="342773"/>
                  </a:cubicBezTo>
                  <a:lnTo>
                    <a:pt x="6223" y="346202"/>
                  </a:lnTo>
                  <a:lnTo>
                    <a:pt x="9525" y="342773"/>
                  </a:lnTo>
                  <a:cubicBezTo>
                    <a:pt x="9652" y="342900"/>
                    <a:pt x="9525" y="342773"/>
                    <a:pt x="9525" y="342773"/>
                  </a:cubicBezTo>
                  <a:cubicBezTo>
                    <a:pt x="9525" y="342773"/>
                    <a:pt x="9398" y="342773"/>
                    <a:pt x="9398" y="342773"/>
                  </a:cubicBezTo>
                  <a:lnTo>
                    <a:pt x="342900" y="342773"/>
                  </a:lnTo>
                  <a:cubicBezTo>
                    <a:pt x="343027" y="342773"/>
                    <a:pt x="342900" y="342773"/>
                    <a:pt x="342900" y="342773"/>
                  </a:cubicBezTo>
                  <a:cubicBezTo>
                    <a:pt x="342900" y="342773"/>
                    <a:pt x="342900" y="342900"/>
                    <a:pt x="342900" y="342900"/>
                  </a:cubicBezTo>
                  <a:lnTo>
                    <a:pt x="346202" y="346329"/>
                  </a:lnTo>
                  <a:lnTo>
                    <a:pt x="342900" y="342900"/>
                  </a:lnTo>
                  <a:cubicBezTo>
                    <a:pt x="343027" y="342773"/>
                    <a:pt x="342900" y="342900"/>
                    <a:pt x="342900" y="342900"/>
                  </a:cubicBezTo>
                  <a:lnTo>
                    <a:pt x="342900" y="9525"/>
                  </a:lnTo>
                  <a:cubicBezTo>
                    <a:pt x="342900" y="9398"/>
                    <a:pt x="342900" y="9525"/>
                    <a:pt x="342900" y="9525"/>
                  </a:cubicBezTo>
                  <a:cubicBezTo>
                    <a:pt x="342900" y="9525"/>
                    <a:pt x="342900" y="9652"/>
                    <a:pt x="342900" y="9652"/>
                  </a:cubicBezTo>
                  <a:cubicBezTo>
                    <a:pt x="342900" y="9652"/>
                    <a:pt x="343027" y="9652"/>
                    <a:pt x="343027" y="9652"/>
                  </a:cubicBezTo>
                  <a:cubicBezTo>
                    <a:pt x="343027" y="9652"/>
                    <a:pt x="343027" y="9652"/>
                    <a:pt x="342900" y="9652"/>
                  </a:cubicBezTo>
                  <a:lnTo>
                    <a:pt x="9525" y="9652"/>
                  </a:lnTo>
                  <a:cubicBezTo>
                    <a:pt x="9398" y="9652"/>
                    <a:pt x="9525" y="9652"/>
                    <a:pt x="9398" y="9652"/>
                  </a:cubicBezTo>
                  <a:cubicBezTo>
                    <a:pt x="9271" y="9652"/>
                    <a:pt x="9525" y="9652"/>
                    <a:pt x="9525" y="9652"/>
                  </a:cubicBezTo>
                  <a:cubicBezTo>
                    <a:pt x="9398" y="9779"/>
                    <a:pt x="9525" y="9652"/>
                    <a:pt x="9525" y="9652"/>
                  </a:cubicBezTo>
                  <a:cubicBezTo>
                    <a:pt x="9525" y="9652"/>
                    <a:pt x="9525" y="9525"/>
                    <a:pt x="9525" y="9525"/>
                  </a:cubicBezTo>
                  <a:lnTo>
                    <a:pt x="9525" y="342900"/>
                  </a:lnTo>
                  <a:close/>
                </a:path>
              </a:pathLst>
            </a:custGeom>
            <a:solidFill>
              <a:srgbClr val="B6C7E1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307589" y="216981"/>
              <a:ext cx="48709" cy="23938"/>
            </a:xfrm>
            <a:custGeom>
              <a:avLst/>
              <a:gdLst/>
              <a:ahLst/>
              <a:cxnLst/>
              <a:rect r="r" b="b" t="t" l="l"/>
              <a:pathLst>
                <a:path h="23938" w="48709">
                  <a:moveTo>
                    <a:pt x="47884" y="8063"/>
                  </a:moveTo>
                  <a:cubicBezTo>
                    <a:pt x="43947" y="14159"/>
                    <a:pt x="41280" y="17461"/>
                    <a:pt x="37597" y="20255"/>
                  </a:cubicBezTo>
                  <a:cubicBezTo>
                    <a:pt x="37343" y="20509"/>
                    <a:pt x="36962" y="20636"/>
                    <a:pt x="36708" y="20763"/>
                  </a:cubicBezTo>
                  <a:cubicBezTo>
                    <a:pt x="32644" y="22668"/>
                    <a:pt x="29342" y="23557"/>
                    <a:pt x="25786" y="23938"/>
                  </a:cubicBezTo>
                  <a:cubicBezTo>
                    <a:pt x="25659" y="23938"/>
                    <a:pt x="25405" y="23938"/>
                    <a:pt x="25278" y="23938"/>
                  </a:cubicBezTo>
                  <a:cubicBezTo>
                    <a:pt x="22103" y="23938"/>
                    <a:pt x="19182" y="23938"/>
                    <a:pt x="16515" y="23938"/>
                  </a:cubicBezTo>
                  <a:cubicBezTo>
                    <a:pt x="14483" y="23938"/>
                    <a:pt x="12578" y="23938"/>
                    <a:pt x="10927" y="23938"/>
                  </a:cubicBezTo>
                  <a:cubicBezTo>
                    <a:pt x="8641" y="23938"/>
                    <a:pt x="6482" y="23938"/>
                    <a:pt x="4831" y="23811"/>
                  </a:cubicBezTo>
                  <a:cubicBezTo>
                    <a:pt x="2037" y="23684"/>
                    <a:pt x="-122" y="21144"/>
                    <a:pt x="5" y="18350"/>
                  </a:cubicBezTo>
                  <a:cubicBezTo>
                    <a:pt x="132" y="15556"/>
                    <a:pt x="2672" y="13397"/>
                    <a:pt x="5466" y="13524"/>
                  </a:cubicBezTo>
                  <a:cubicBezTo>
                    <a:pt x="6736" y="13651"/>
                    <a:pt x="8514" y="13651"/>
                    <a:pt x="10927" y="13651"/>
                  </a:cubicBezTo>
                  <a:cubicBezTo>
                    <a:pt x="12578" y="13651"/>
                    <a:pt x="14356" y="13651"/>
                    <a:pt x="16515" y="13651"/>
                  </a:cubicBezTo>
                  <a:cubicBezTo>
                    <a:pt x="19055" y="13651"/>
                    <a:pt x="22103" y="13651"/>
                    <a:pt x="25278" y="13651"/>
                  </a:cubicBezTo>
                  <a:lnTo>
                    <a:pt x="25278" y="18858"/>
                  </a:lnTo>
                  <a:lnTo>
                    <a:pt x="24770" y="13778"/>
                  </a:lnTo>
                  <a:cubicBezTo>
                    <a:pt x="27183" y="13524"/>
                    <a:pt x="29342" y="13016"/>
                    <a:pt x="32263" y="11492"/>
                  </a:cubicBezTo>
                  <a:lnTo>
                    <a:pt x="34549" y="16064"/>
                  </a:lnTo>
                  <a:lnTo>
                    <a:pt x="31374" y="12000"/>
                  </a:lnTo>
                  <a:cubicBezTo>
                    <a:pt x="33660" y="10222"/>
                    <a:pt x="35692" y="8063"/>
                    <a:pt x="39248" y="2348"/>
                  </a:cubicBezTo>
                  <a:cubicBezTo>
                    <a:pt x="40772" y="-65"/>
                    <a:pt x="43947" y="-700"/>
                    <a:pt x="46360" y="824"/>
                  </a:cubicBezTo>
                  <a:cubicBezTo>
                    <a:pt x="48773" y="2348"/>
                    <a:pt x="49408" y="5523"/>
                    <a:pt x="47884" y="7936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78257" y="230886"/>
              <a:ext cx="11176" cy="10287"/>
            </a:xfrm>
            <a:custGeom>
              <a:avLst/>
              <a:gdLst/>
              <a:ahLst/>
              <a:cxnLst/>
              <a:rect r="r" b="b" t="t" l="l"/>
              <a:pathLst>
                <a:path h="10287" w="11176">
                  <a:moveTo>
                    <a:pt x="6096" y="10287"/>
                  </a:moveTo>
                  <a:lnTo>
                    <a:pt x="5207" y="10287"/>
                  </a:lnTo>
                  <a:cubicBezTo>
                    <a:pt x="2413" y="10287"/>
                    <a:pt x="0" y="8001"/>
                    <a:pt x="0" y="5207"/>
                  </a:cubicBezTo>
                  <a:cubicBezTo>
                    <a:pt x="0" y="2413"/>
                    <a:pt x="2286" y="0"/>
                    <a:pt x="5080" y="0"/>
                  </a:cubicBezTo>
                  <a:lnTo>
                    <a:pt x="5969" y="0"/>
                  </a:lnTo>
                  <a:cubicBezTo>
                    <a:pt x="8763" y="0"/>
                    <a:pt x="11176" y="2286"/>
                    <a:pt x="11176" y="5080"/>
                  </a:cubicBezTo>
                  <a:cubicBezTo>
                    <a:pt x="11176" y="7874"/>
                    <a:pt x="8890" y="10287"/>
                    <a:pt x="6096" y="10287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306749" y="231014"/>
              <a:ext cx="21546" cy="37547"/>
            </a:xfrm>
            <a:custGeom>
              <a:avLst/>
              <a:gdLst/>
              <a:ahLst/>
              <a:cxnLst/>
              <a:rect r="r" b="b" t="t" l="l"/>
              <a:pathLst>
                <a:path h="37547" w="21546">
                  <a:moveTo>
                    <a:pt x="18879" y="3555"/>
                  </a:moveTo>
                  <a:cubicBezTo>
                    <a:pt x="20784" y="9778"/>
                    <a:pt x="21419" y="12191"/>
                    <a:pt x="21546" y="15112"/>
                  </a:cubicBezTo>
                  <a:cubicBezTo>
                    <a:pt x="21546" y="15493"/>
                    <a:pt x="21546" y="15874"/>
                    <a:pt x="21546" y="16255"/>
                  </a:cubicBezTo>
                  <a:cubicBezTo>
                    <a:pt x="20911" y="19811"/>
                    <a:pt x="19514" y="23113"/>
                    <a:pt x="17863" y="25907"/>
                  </a:cubicBezTo>
                  <a:cubicBezTo>
                    <a:pt x="17736" y="26161"/>
                    <a:pt x="17609" y="26288"/>
                    <a:pt x="17355" y="26542"/>
                  </a:cubicBezTo>
                  <a:cubicBezTo>
                    <a:pt x="15577" y="28701"/>
                    <a:pt x="12656" y="31876"/>
                    <a:pt x="8846" y="35940"/>
                  </a:cubicBezTo>
                  <a:cubicBezTo>
                    <a:pt x="6941" y="37972"/>
                    <a:pt x="3639" y="38099"/>
                    <a:pt x="1607" y="36194"/>
                  </a:cubicBezTo>
                  <a:cubicBezTo>
                    <a:pt x="-425" y="34289"/>
                    <a:pt x="-552" y="30987"/>
                    <a:pt x="1353" y="28955"/>
                  </a:cubicBezTo>
                  <a:cubicBezTo>
                    <a:pt x="5163" y="24891"/>
                    <a:pt x="7957" y="21843"/>
                    <a:pt x="9481" y="19938"/>
                  </a:cubicBezTo>
                  <a:lnTo>
                    <a:pt x="13418" y="23240"/>
                  </a:lnTo>
                  <a:lnTo>
                    <a:pt x="8973" y="20573"/>
                  </a:lnTo>
                  <a:cubicBezTo>
                    <a:pt x="10116" y="18668"/>
                    <a:pt x="11005" y="16509"/>
                    <a:pt x="11386" y="14604"/>
                  </a:cubicBezTo>
                  <a:lnTo>
                    <a:pt x="16466" y="15493"/>
                  </a:lnTo>
                  <a:lnTo>
                    <a:pt x="11386" y="15747"/>
                  </a:lnTo>
                  <a:cubicBezTo>
                    <a:pt x="11259" y="14350"/>
                    <a:pt x="11132" y="13080"/>
                    <a:pt x="9100" y="6730"/>
                  </a:cubicBezTo>
                  <a:cubicBezTo>
                    <a:pt x="8211" y="4063"/>
                    <a:pt x="9735" y="1142"/>
                    <a:pt x="12529" y="253"/>
                  </a:cubicBezTo>
                  <a:cubicBezTo>
                    <a:pt x="15323" y="-636"/>
                    <a:pt x="18117" y="888"/>
                    <a:pt x="19006" y="3682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13518" y="222992"/>
              <a:ext cx="51588" cy="51222"/>
            </a:xfrm>
            <a:custGeom>
              <a:avLst/>
              <a:gdLst/>
              <a:ahLst/>
              <a:cxnLst/>
              <a:rect r="r" b="b" t="t" l="l"/>
              <a:pathLst>
                <a:path h="51222" w="51588">
                  <a:moveTo>
                    <a:pt x="46883" y="10307"/>
                  </a:moveTo>
                  <a:cubicBezTo>
                    <a:pt x="43073" y="10561"/>
                    <a:pt x="41168" y="10815"/>
                    <a:pt x="36469" y="11958"/>
                  </a:cubicBezTo>
                  <a:lnTo>
                    <a:pt x="35326" y="7005"/>
                  </a:lnTo>
                  <a:lnTo>
                    <a:pt x="36977" y="11831"/>
                  </a:lnTo>
                  <a:cubicBezTo>
                    <a:pt x="33294" y="13101"/>
                    <a:pt x="28722" y="15260"/>
                    <a:pt x="26055" y="16784"/>
                  </a:cubicBezTo>
                  <a:lnTo>
                    <a:pt x="23515" y="12339"/>
                  </a:lnTo>
                  <a:lnTo>
                    <a:pt x="26563" y="16530"/>
                  </a:lnTo>
                  <a:cubicBezTo>
                    <a:pt x="23769" y="18562"/>
                    <a:pt x="20975" y="21102"/>
                    <a:pt x="18816" y="23515"/>
                  </a:cubicBezTo>
                  <a:lnTo>
                    <a:pt x="15006" y="20086"/>
                  </a:lnTo>
                  <a:lnTo>
                    <a:pt x="19070" y="23134"/>
                  </a:lnTo>
                  <a:cubicBezTo>
                    <a:pt x="16657" y="26436"/>
                    <a:pt x="15006" y="29230"/>
                    <a:pt x="13355" y="32405"/>
                  </a:cubicBezTo>
                  <a:lnTo>
                    <a:pt x="8783" y="30119"/>
                  </a:lnTo>
                  <a:lnTo>
                    <a:pt x="13609" y="31897"/>
                  </a:lnTo>
                  <a:cubicBezTo>
                    <a:pt x="12466" y="35072"/>
                    <a:pt x="11450" y="38755"/>
                    <a:pt x="10688" y="43073"/>
                  </a:cubicBezTo>
                  <a:lnTo>
                    <a:pt x="5608" y="42311"/>
                  </a:lnTo>
                  <a:lnTo>
                    <a:pt x="10688" y="42819"/>
                  </a:lnTo>
                  <a:lnTo>
                    <a:pt x="10307" y="46502"/>
                  </a:lnTo>
                  <a:cubicBezTo>
                    <a:pt x="10053" y="49296"/>
                    <a:pt x="7513" y="51455"/>
                    <a:pt x="4719" y="51201"/>
                  </a:cubicBezTo>
                  <a:cubicBezTo>
                    <a:pt x="1925" y="50947"/>
                    <a:pt x="-234" y="48407"/>
                    <a:pt x="20" y="45613"/>
                  </a:cubicBezTo>
                  <a:lnTo>
                    <a:pt x="401" y="41930"/>
                  </a:lnTo>
                  <a:cubicBezTo>
                    <a:pt x="401" y="41803"/>
                    <a:pt x="401" y="41676"/>
                    <a:pt x="401" y="41549"/>
                  </a:cubicBezTo>
                  <a:cubicBezTo>
                    <a:pt x="1163" y="36596"/>
                    <a:pt x="2306" y="32278"/>
                    <a:pt x="3830" y="28468"/>
                  </a:cubicBezTo>
                  <a:cubicBezTo>
                    <a:pt x="3830" y="28341"/>
                    <a:pt x="3957" y="28087"/>
                    <a:pt x="4084" y="27960"/>
                  </a:cubicBezTo>
                  <a:cubicBezTo>
                    <a:pt x="5989" y="24150"/>
                    <a:pt x="8021" y="20721"/>
                    <a:pt x="10815" y="17038"/>
                  </a:cubicBezTo>
                  <a:cubicBezTo>
                    <a:pt x="10942" y="16911"/>
                    <a:pt x="11069" y="16784"/>
                    <a:pt x="11069" y="16657"/>
                  </a:cubicBezTo>
                  <a:cubicBezTo>
                    <a:pt x="13736" y="13736"/>
                    <a:pt x="17038" y="10688"/>
                    <a:pt x="20340" y="8275"/>
                  </a:cubicBezTo>
                  <a:cubicBezTo>
                    <a:pt x="20467" y="8148"/>
                    <a:pt x="20721" y="8021"/>
                    <a:pt x="20848" y="7894"/>
                  </a:cubicBezTo>
                  <a:cubicBezTo>
                    <a:pt x="23896" y="6116"/>
                    <a:pt x="29230" y="3576"/>
                    <a:pt x="33675" y="2052"/>
                  </a:cubicBezTo>
                  <a:cubicBezTo>
                    <a:pt x="33802" y="2052"/>
                    <a:pt x="33929" y="1925"/>
                    <a:pt x="34056" y="1925"/>
                  </a:cubicBezTo>
                  <a:cubicBezTo>
                    <a:pt x="39136" y="782"/>
                    <a:pt x="41676" y="274"/>
                    <a:pt x="46121" y="20"/>
                  </a:cubicBezTo>
                  <a:cubicBezTo>
                    <a:pt x="48915" y="-234"/>
                    <a:pt x="51455" y="1925"/>
                    <a:pt x="51582" y="4846"/>
                  </a:cubicBezTo>
                  <a:cubicBezTo>
                    <a:pt x="51709" y="7767"/>
                    <a:pt x="49677" y="10180"/>
                    <a:pt x="46756" y="10307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205862" y="223007"/>
              <a:ext cx="57342" cy="62803"/>
            </a:xfrm>
            <a:custGeom>
              <a:avLst/>
              <a:gdLst/>
              <a:ahLst/>
              <a:cxnLst/>
              <a:rect r="r" b="b" t="t" l="l"/>
              <a:pathLst>
                <a:path h="62803" w="57342">
                  <a:moveTo>
                    <a:pt x="47122" y="58933"/>
                  </a:moveTo>
                  <a:cubicBezTo>
                    <a:pt x="42169" y="40772"/>
                    <a:pt x="40137" y="34930"/>
                    <a:pt x="38232" y="30866"/>
                  </a:cubicBezTo>
                  <a:lnTo>
                    <a:pt x="42931" y="28707"/>
                  </a:lnTo>
                  <a:lnTo>
                    <a:pt x="38486" y="31247"/>
                  </a:lnTo>
                  <a:cubicBezTo>
                    <a:pt x="37089" y="28707"/>
                    <a:pt x="34295" y="24516"/>
                    <a:pt x="32263" y="22103"/>
                  </a:cubicBezTo>
                  <a:lnTo>
                    <a:pt x="36327" y="18928"/>
                  </a:lnTo>
                  <a:lnTo>
                    <a:pt x="32644" y="22484"/>
                  </a:lnTo>
                  <a:cubicBezTo>
                    <a:pt x="30358" y="20198"/>
                    <a:pt x="27056" y="17404"/>
                    <a:pt x="23754" y="15245"/>
                  </a:cubicBezTo>
                  <a:lnTo>
                    <a:pt x="26548" y="10927"/>
                  </a:lnTo>
                  <a:lnTo>
                    <a:pt x="24135" y="15499"/>
                  </a:lnTo>
                  <a:cubicBezTo>
                    <a:pt x="20960" y="13848"/>
                    <a:pt x="16896" y="12197"/>
                    <a:pt x="12705" y="11181"/>
                  </a:cubicBezTo>
                  <a:lnTo>
                    <a:pt x="14102" y="6228"/>
                  </a:lnTo>
                  <a:lnTo>
                    <a:pt x="13213" y="11308"/>
                  </a:lnTo>
                  <a:cubicBezTo>
                    <a:pt x="10419" y="10800"/>
                    <a:pt x="7625" y="10546"/>
                    <a:pt x="4831" y="10292"/>
                  </a:cubicBezTo>
                  <a:cubicBezTo>
                    <a:pt x="2037" y="10038"/>
                    <a:pt x="-122" y="7625"/>
                    <a:pt x="5" y="4831"/>
                  </a:cubicBezTo>
                  <a:cubicBezTo>
                    <a:pt x="132" y="2037"/>
                    <a:pt x="2672" y="-122"/>
                    <a:pt x="5466" y="5"/>
                  </a:cubicBezTo>
                  <a:cubicBezTo>
                    <a:pt x="8641" y="259"/>
                    <a:pt x="11816" y="640"/>
                    <a:pt x="14864" y="1148"/>
                  </a:cubicBezTo>
                  <a:cubicBezTo>
                    <a:pt x="14991" y="1148"/>
                    <a:pt x="15245" y="1275"/>
                    <a:pt x="15372" y="1275"/>
                  </a:cubicBezTo>
                  <a:cubicBezTo>
                    <a:pt x="20071" y="2545"/>
                    <a:pt x="24897" y="4450"/>
                    <a:pt x="28834" y="6482"/>
                  </a:cubicBezTo>
                  <a:cubicBezTo>
                    <a:pt x="28961" y="6609"/>
                    <a:pt x="29088" y="6609"/>
                    <a:pt x="29342" y="6736"/>
                  </a:cubicBezTo>
                  <a:cubicBezTo>
                    <a:pt x="33279" y="9276"/>
                    <a:pt x="37089" y="12578"/>
                    <a:pt x="39883" y="15372"/>
                  </a:cubicBezTo>
                  <a:cubicBezTo>
                    <a:pt x="40010" y="15499"/>
                    <a:pt x="40137" y="15626"/>
                    <a:pt x="40264" y="15753"/>
                  </a:cubicBezTo>
                  <a:cubicBezTo>
                    <a:pt x="42550" y="18674"/>
                    <a:pt x="45725" y="23246"/>
                    <a:pt x="47376" y="26294"/>
                  </a:cubicBezTo>
                  <a:cubicBezTo>
                    <a:pt x="47503" y="26421"/>
                    <a:pt x="47503" y="26548"/>
                    <a:pt x="47630" y="26675"/>
                  </a:cubicBezTo>
                  <a:cubicBezTo>
                    <a:pt x="49916" y="31628"/>
                    <a:pt x="52202" y="38232"/>
                    <a:pt x="57155" y="56266"/>
                  </a:cubicBezTo>
                  <a:cubicBezTo>
                    <a:pt x="57917" y="59060"/>
                    <a:pt x="56266" y="61854"/>
                    <a:pt x="53599" y="62616"/>
                  </a:cubicBezTo>
                  <a:cubicBezTo>
                    <a:pt x="50932" y="63378"/>
                    <a:pt x="48011" y="61727"/>
                    <a:pt x="47249" y="5906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58573" y="216990"/>
              <a:ext cx="29849" cy="24183"/>
            </a:xfrm>
            <a:custGeom>
              <a:avLst/>
              <a:gdLst/>
              <a:ahLst/>
              <a:cxnLst/>
              <a:rect r="r" b="b" t="t" l="l"/>
              <a:pathLst>
                <a:path h="24183" w="29849">
                  <a:moveTo>
                    <a:pt x="24510" y="24183"/>
                  </a:moveTo>
                  <a:cubicBezTo>
                    <a:pt x="20700" y="24056"/>
                    <a:pt x="17525" y="23167"/>
                    <a:pt x="14350" y="21897"/>
                  </a:cubicBezTo>
                  <a:cubicBezTo>
                    <a:pt x="14096" y="21770"/>
                    <a:pt x="13842" y="21643"/>
                    <a:pt x="13588" y="21516"/>
                  </a:cubicBezTo>
                  <a:cubicBezTo>
                    <a:pt x="10921" y="19865"/>
                    <a:pt x="8889" y="18214"/>
                    <a:pt x="6603" y="15801"/>
                  </a:cubicBezTo>
                  <a:cubicBezTo>
                    <a:pt x="6476" y="15674"/>
                    <a:pt x="6349" y="15420"/>
                    <a:pt x="6222" y="15293"/>
                  </a:cubicBezTo>
                  <a:lnTo>
                    <a:pt x="1015" y="8308"/>
                  </a:lnTo>
                  <a:cubicBezTo>
                    <a:pt x="-636" y="6022"/>
                    <a:pt x="-255" y="2847"/>
                    <a:pt x="2031" y="1069"/>
                  </a:cubicBezTo>
                  <a:cubicBezTo>
                    <a:pt x="4317" y="-709"/>
                    <a:pt x="7492" y="-201"/>
                    <a:pt x="9270" y="2085"/>
                  </a:cubicBezTo>
                  <a:lnTo>
                    <a:pt x="14477" y="9070"/>
                  </a:lnTo>
                  <a:lnTo>
                    <a:pt x="10286" y="12118"/>
                  </a:lnTo>
                  <a:lnTo>
                    <a:pt x="13969" y="8562"/>
                  </a:lnTo>
                  <a:cubicBezTo>
                    <a:pt x="15747" y="10467"/>
                    <a:pt x="17144" y="11483"/>
                    <a:pt x="18922" y="12626"/>
                  </a:cubicBezTo>
                  <a:lnTo>
                    <a:pt x="16255" y="17071"/>
                  </a:lnTo>
                  <a:lnTo>
                    <a:pt x="18160" y="12245"/>
                  </a:lnTo>
                  <a:cubicBezTo>
                    <a:pt x="20192" y="13134"/>
                    <a:pt x="22351" y="13642"/>
                    <a:pt x="24891" y="13769"/>
                  </a:cubicBezTo>
                  <a:cubicBezTo>
                    <a:pt x="27685" y="13896"/>
                    <a:pt x="29971" y="16309"/>
                    <a:pt x="29844" y="19103"/>
                  </a:cubicBezTo>
                  <a:cubicBezTo>
                    <a:pt x="29717" y="21897"/>
                    <a:pt x="27304" y="24183"/>
                    <a:pt x="24510" y="24056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23139" y="290115"/>
              <a:ext cx="54421" cy="30179"/>
            </a:xfrm>
            <a:custGeom>
              <a:avLst/>
              <a:gdLst/>
              <a:ahLst/>
              <a:cxnLst/>
              <a:rect r="r" b="b" t="t" l="l"/>
              <a:pathLst>
                <a:path h="30179" w="54421">
                  <a:moveTo>
                    <a:pt x="53086" y="19892"/>
                  </a:moveTo>
                  <a:cubicBezTo>
                    <a:pt x="50292" y="22813"/>
                    <a:pt x="47752" y="25099"/>
                    <a:pt x="44958" y="26877"/>
                  </a:cubicBezTo>
                  <a:cubicBezTo>
                    <a:pt x="44704" y="27004"/>
                    <a:pt x="44577" y="27131"/>
                    <a:pt x="44323" y="27258"/>
                  </a:cubicBezTo>
                  <a:cubicBezTo>
                    <a:pt x="41275" y="28655"/>
                    <a:pt x="38227" y="29671"/>
                    <a:pt x="34798" y="30179"/>
                  </a:cubicBezTo>
                  <a:cubicBezTo>
                    <a:pt x="34544" y="30179"/>
                    <a:pt x="34290" y="30179"/>
                    <a:pt x="34036" y="30179"/>
                  </a:cubicBezTo>
                  <a:cubicBezTo>
                    <a:pt x="30353" y="30179"/>
                    <a:pt x="26670" y="29417"/>
                    <a:pt x="22352" y="27766"/>
                  </a:cubicBezTo>
                  <a:cubicBezTo>
                    <a:pt x="22098" y="27639"/>
                    <a:pt x="21844" y="27512"/>
                    <a:pt x="21590" y="27385"/>
                  </a:cubicBezTo>
                  <a:cubicBezTo>
                    <a:pt x="19177" y="25861"/>
                    <a:pt x="17018" y="24210"/>
                    <a:pt x="13843" y="21289"/>
                  </a:cubicBezTo>
                  <a:cubicBezTo>
                    <a:pt x="13843" y="21289"/>
                    <a:pt x="13716" y="21162"/>
                    <a:pt x="13716" y="21162"/>
                  </a:cubicBezTo>
                  <a:lnTo>
                    <a:pt x="1524" y="8716"/>
                  </a:lnTo>
                  <a:cubicBezTo>
                    <a:pt x="-508" y="6684"/>
                    <a:pt x="-508" y="3382"/>
                    <a:pt x="1524" y="1477"/>
                  </a:cubicBezTo>
                  <a:cubicBezTo>
                    <a:pt x="3556" y="-428"/>
                    <a:pt x="6858" y="-555"/>
                    <a:pt x="8763" y="1477"/>
                  </a:cubicBezTo>
                  <a:lnTo>
                    <a:pt x="20955" y="13923"/>
                  </a:lnTo>
                  <a:lnTo>
                    <a:pt x="17272" y="17479"/>
                  </a:lnTo>
                  <a:lnTo>
                    <a:pt x="20828" y="13669"/>
                  </a:lnTo>
                  <a:cubicBezTo>
                    <a:pt x="23749" y="16336"/>
                    <a:pt x="25273" y="17479"/>
                    <a:pt x="26924" y="18495"/>
                  </a:cubicBezTo>
                  <a:lnTo>
                    <a:pt x="24257" y="22940"/>
                  </a:lnTo>
                  <a:lnTo>
                    <a:pt x="26162" y="18114"/>
                  </a:lnTo>
                  <a:cubicBezTo>
                    <a:pt x="29210" y="19384"/>
                    <a:pt x="31623" y="19765"/>
                    <a:pt x="34036" y="19765"/>
                  </a:cubicBezTo>
                  <a:lnTo>
                    <a:pt x="33909" y="24972"/>
                  </a:lnTo>
                  <a:lnTo>
                    <a:pt x="33147" y="19892"/>
                  </a:lnTo>
                  <a:cubicBezTo>
                    <a:pt x="35560" y="19511"/>
                    <a:pt x="37592" y="18876"/>
                    <a:pt x="39751" y="17987"/>
                  </a:cubicBezTo>
                  <a:lnTo>
                    <a:pt x="42037" y="22686"/>
                  </a:lnTo>
                  <a:lnTo>
                    <a:pt x="39243" y="18368"/>
                  </a:lnTo>
                  <a:cubicBezTo>
                    <a:pt x="41148" y="17098"/>
                    <a:pt x="43180" y="15320"/>
                    <a:pt x="45593" y="12780"/>
                  </a:cubicBezTo>
                  <a:cubicBezTo>
                    <a:pt x="47498" y="10748"/>
                    <a:pt x="50800" y="10621"/>
                    <a:pt x="52832" y="12653"/>
                  </a:cubicBezTo>
                  <a:cubicBezTo>
                    <a:pt x="54864" y="14685"/>
                    <a:pt x="54991" y="17860"/>
                    <a:pt x="52959" y="19892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42240" y="132588"/>
              <a:ext cx="86868" cy="86868"/>
            </a:xfrm>
            <a:custGeom>
              <a:avLst/>
              <a:gdLst/>
              <a:ahLst/>
              <a:cxnLst/>
              <a:rect r="r" b="b" t="t" l="l"/>
              <a:pathLst>
                <a:path h="86868" w="86868">
                  <a:moveTo>
                    <a:pt x="86868" y="43434"/>
                  </a:moveTo>
                  <a:cubicBezTo>
                    <a:pt x="86868" y="49149"/>
                    <a:pt x="85725" y="54737"/>
                    <a:pt x="83566" y="60071"/>
                  </a:cubicBezTo>
                  <a:cubicBezTo>
                    <a:pt x="81407" y="65405"/>
                    <a:pt x="78232" y="70104"/>
                    <a:pt x="74168" y="74168"/>
                  </a:cubicBezTo>
                  <a:lnTo>
                    <a:pt x="70485" y="70485"/>
                  </a:lnTo>
                  <a:lnTo>
                    <a:pt x="74168" y="74168"/>
                  </a:lnTo>
                  <a:cubicBezTo>
                    <a:pt x="70104" y="78232"/>
                    <a:pt x="65405" y="81407"/>
                    <a:pt x="60071" y="83566"/>
                  </a:cubicBezTo>
                  <a:cubicBezTo>
                    <a:pt x="54737" y="85725"/>
                    <a:pt x="49149" y="86868"/>
                    <a:pt x="43434" y="86868"/>
                  </a:cubicBezTo>
                  <a:lnTo>
                    <a:pt x="43434" y="81661"/>
                  </a:lnTo>
                  <a:lnTo>
                    <a:pt x="43434" y="86868"/>
                  </a:lnTo>
                  <a:cubicBezTo>
                    <a:pt x="37719" y="86868"/>
                    <a:pt x="32131" y="85725"/>
                    <a:pt x="26797" y="83566"/>
                  </a:cubicBezTo>
                  <a:lnTo>
                    <a:pt x="28829" y="78867"/>
                  </a:lnTo>
                  <a:lnTo>
                    <a:pt x="26797" y="83566"/>
                  </a:lnTo>
                  <a:cubicBezTo>
                    <a:pt x="21463" y="81407"/>
                    <a:pt x="16764" y="78232"/>
                    <a:pt x="12700" y="74168"/>
                  </a:cubicBezTo>
                  <a:cubicBezTo>
                    <a:pt x="8636" y="70104"/>
                    <a:pt x="5461" y="65405"/>
                    <a:pt x="3302" y="60071"/>
                  </a:cubicBezTo>
                  <a:cubicBezTo>
                    <a:pt x="1143" y="54737"/>
                    <a:pt x="0" y="49276"/>
                    <a:pt x="0" y="43434"/>
                  </a:cubicBezTo>
                  <a:lnTo>
                    <a:pt x="5207" y="43434"/>
                  </a:lnTo>
                  <a:lnTo>
                    <a:pt x="0" y="43434"/>
                  </a:lnTo>
                  <a:cubicBezTo>
                    <a:pt x="0" y="37719"/>
                    <a:pt x="1143" y="32131"/>
                    <a:pt x="3302" y="26797"/>
                  </a:cubicBezTo>
                  <a:lnTo>
                    <a:pt x="8001" y="28829"/>
                  </a:lnTo>
                  <a:lnTo>
                    <a:pt x="3302" y="26797"/>
                  </a:lnTo>
                  <a:cubicBezTo>
                    <a:pt x="5461" y="21463"/>
                    <a:pt x="8636" y="16764"/>
                    <a:pt x="12700" y="12700"/>
                  </a:cubicBezTo>
                  <a:cubicBezTo>
                    <a:pt x="16764" y="8636"/>
                    <a:pt x="21463" y="5461"/>
                    <a:pt x="26797" y="3302"/>
                  </a:cubicBezTo>
                  <a:lnTo>
                    <a:pt x="28829" y="8001"/>
                  </a:lnTo>
                  <a:lnTo>
                    <a:pt x="26797" y="3302"/>
                  </a:lnTo>
                  <a:cubicBezTo>
                    <a:pt x="32131" y="1143"/>
                    <a:pt x="37592" y="0"/>
                    <a:pt x="43434" y="0"/>
                  </a:cubicBezTo>
                  <a:lnTo>
                    <a:pt x="43434" y="5207"/>
                  </a:lnTo>
                  <a:lnTo>
                    <a:pt x="43434" y="0"/>
                  </a:lnTo>
                  <a:cubicBezTo>
                    <a:pt x="49149" y="0"/>
                    <a:pt x="54737" y="1143"/>
                    <a:pt x="60071" y="3302"/>
                  </a:cubicBezTo>
                  <a:cubicBezTo>
                    <a:pt x="65405" y="5461"/>
                    <a:pt x="70104" y="8636"/>
                    <a:pt x="74168" y="12700"/>
                  </a:cubicBezTo>
                  <a:lnTo>
                    <a:pt x="70485" y="16383"/>
                  </a:lnTo>
                  <a:lnTo>
                    <a:pt x="74168" y="12700"/>
                  </a:lnTo>
                  <a:cubicBezTo>
                    <a:pt x="78232" y="16764"/>
                    <a:pt x="81407" y="21463"/>
                    <a:pt x="83566" y="26797"/>
                  </a:cubicBezTo>
                  <a:lnTo>
                    <a:pt x="78867" y="28829"/>
                  </a:lnTo>
                  <a:lnTo>
                    <a:pt x="83566" y="26797"/>
                  </a:lnTo>
                  <a:cubicBezTo>
                    <a:pt x="85725" y="32131"/>
                    <a:pt x="86868" y="37592"/>
                    <a:pt x="86868" y="43434"/>
                  </a:cubicBezTo>
                  <a:lnTo>
                    <a:pt x="81661" y="43434"/>
                  </a:lnTo>
                  <a:lnTo>
                    <a:pt x="86868" y="43434"/>
                  </a:lnTo>
                  <a:moveTo>
                    <a:pt x="76581" y="43434"/>
                  </a:moveTo>
                  <a:cubicBezTo>
                    <a:pt x="76581" y="38989"/>
                    <a:pt x="75692" y="34798"/>
                    <a:pt x="74041" y="30734"/>
                  </a:cubicBezTo>
                  <a:cubicBezTo>
                    <a:pt x="72390" y="26670"/>
                    <a:pt x="69977" y="23114"/>
                    <a:pt x="66929" y="19939"/>
                  </a:cubicBezTo>
                  <a:cubicBezTo>
                    <a:pt x="63881" y="16891"/>
                    <a:pt x="60325" y="14478"/>
                    <a:pt x="56261" y="12827"/>
                  </a:cubicBezTo>
                  <a:lnTo>
                    <a:pt x="58293" y="8128"/>
                  </a:lnTo>
                  <a:lnTo>
                    <a:pt x="56261" y="12827"/>
                  </a:lnTo>
                  <a:cubicBezTo>
                    <a:pt x="52197" y="11176"/>
                    <a:pt x="48006" y="10287"/>
                    <a:pt x="43561" y="10287"/>
                  </a:cubicBezTo>
                  <a:cubicBezTo>
                    <a:pt x="39116" y="10287"/>
                    <a:pt x="34925" y="11176"/>
                    <a:pt x="30861" y="12827"/>
                  </a:cubicBezTo>
                  <a:cubicBezTo>
                    <a:pt x="26797" y="14478"/>
                    <a:pt x="23241" y="16891"/>
                    <a:pt x="20066" y="19939"/>
                  </a:cubicBezTo>
                  <a:lnTo>
                    <a:pt x="16383" y="16256"/>
                  </a:lnTo>
                  <a:lnTo>
                    <a:pt x="20066" y="19939"/>
                  </a:lnTo>
                  <a:cubicBezTo>
                    <a:pt x="17018" y="22987"/>
                    <a:pt x="14605" y="26670"/>
                    <a:pt x="12954" y="30734"/>
                  </a:cubicBezTo>
                  <a:cubicBezTo>
                    <a:pt x="11303" y="34798"/>
                    <a:pt x="10414" y="38989"/>
                    <a:pt x="10414" y="43434"/>
                  </a:cubicBezTo>
                  <a:cubicBezTo>
                    <a:pt x="10414" y="47879"/>
                    <a:pt x="11303" y="52070"/>
                    <a:pt x="12954" y="56134"/>
                  </a:cubicBezTo>
                  <a:lnTo>
                    <a:pt x="8255" y="58166"/>
                  </a:lnTo>
                  <a:lnTo>
                    <a:pt x="12954" y="56134"/>
                  </a:lnTo>
                  <a:cubicBezTo>
                    <a:pt x="14605" y="60198"/>
                    <a:pt x="17018" y="63754"/>
                    <a:pt x="20066" y="66802"/>
                  </a:cubicBezTo>
                  <a:lnTo>
                    <a:pt x="16383" y="70485"/>
                  </a:lnTo>
                  <a:lnTo>
                    <a:pt x="20066" y="66802"/>
                  </a:lnTo>
                  <a:cubicBezTo>
                    <a:pt x="23114" y="69850"/>
                    <a:pt x="26797" y="72263"/>
                    <a:pt x="30861" y="73914"/>
                  </a:cubicBezTo>
                  <a:cubicBezTo>
                    <a:pt x="34925" y="75565"/>
                    <a:pt x="39116" y="76454"/>
                    <a:pt x="43561" y="76454"/>
                  </a:cubicBezTo>
                  <a:cubicBezTo>
                    <a:pt x="48006" y="76454"/>
                    <a:pt x="52197" y="75565"/>
                    <a:pt x="56261" y="73914"/>
                  </a:cubicBezTo>
                  <a:lnTo>
                    <a:pt x="58293" y="78613"/>
                  </a:lnTo>
                  <a:lnTo>
                    <a:pt x="56261" y="73914"/>
                  </a:lnTo>
                  <a:cubicBezTo>
                    <a:pt x="60325" y="72263"/>
                    <a:pt x="63881" y="69850"/>
                    <a:pt x="66929" y="66802"/>
                  </a:cubicBezTo>
                  <a:cubicBezTo>
                    <a:pt x="69977" y="63754"/>
                    <a:pt x="72390" y="60071"/>
                    <a:pt x="74041" y="56134"/>
                  </a:cubicBezTo>
                  <a:lnTo>
                    <a:pt x="78740" y="58166"/>
                  </a:lnTo>
                  <a:lnTo>
                    <a:pt x="74041" y="56134"/>
                  </a:lnTo>
                  <a:cubicBezTo>
                    <a:pt x="75692" y="52070"/>
                    <a:pt x="76581" y="47879"/>
                    <a:pt x="76581" y="43434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76541" y="248396"/>
              <a:ext cx="30356" cy="31021"/>
            </a:xfrm>
            <a:custGeom>
              <a:avLst/>
              <a:gdLst/>
              <a:ahLst/>
              <a:cxnLst/>
              <a:rect r="r" b="b" t="t" l="l"/>
              <a:pathLst>
                <a:path h="31021" w="30356">
                  <a:moveTo>
                    <a:pt x="21528" y="29480"/>
                  </a:moveTo>
                  <a:lnTo>
                    <a:pt x="1462" y="8652"/>
                  </a:lnTo>
                  <a:cubicBezTo>
                    <a:pt x="-570" y="6620"/>
                    <a:pt x="-443" y="3318"/>
                    <a:pt x="1589" y="1413"/>
                  </a:cubicBezTo>
                  <a:cubicBezTo>
                    <a:pt x="3621" y="-492"/>
                    <a:pt x="6923" y="-492"/>
                    <a:pt x="8828" y="1540"/>
                  </a:cubicBezTo>
                  <a:lnTo>
                    <a:pt x="28894" y="22368"/>
                  </a:lnTo>
                  <a:cubicBezTo>
                    <a:pt x="30926" y="24400"/>
                    <a:pt x="30799" y="27702"/>
                    <a:pt x="28767" y="29607"/>
                  </a:cubicBezTo>
                  <a:cubicBezTo>
                    <a:pt x="26735" y="31512"/>
                    <a:pt x="23433" y="31512"/>
                    <a:pt x="21528" y="2948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252768" y="230924"/>
              <a:ext cx="49454" cy="54788"/>
            </a:xfrm>
            <a:custGeom>
              <a:avLst/>
              <a:gdLst/>
              <a:ahLst/>
              <a:cxnLst/>
              <a:rect r="r" b="b" t="t" l="l"/>
              <a:pathLst>
                <a:path h="54788" w="49454">
                  <a:moveTo>
                    <a:pt x="48222" y="8471"/>
                  </a:moveTo>
                  <a:lnTo>
                    <a:pt x="8979" y="53048"/>
                  </a:lnTo>
                  <a:cubicBezTo>
                    <a:pt x="7074" y="55207"/>
                    <a:pt x="3899" y="55334"/>
                    <a:pt x="1740" y="53556"/>
                  </a:cubicBezTo>
                  <a:cubicBezTo>
                    <a:pt x="-419" y="51778"/>
                    <a:pt x="-546" y="48476"/>
                    <a:pt x="1232" y="46317"/>
                  </a:cubicBezTo>
                  <a:lnTo>
                    <a:pt x="40475" y="1740"/>
                  </a:lnTo>
                  <a:cubicBezTo>
                    <a:pt x="42380" y="-419"/>
                    <a:pt x="45555" y="-546"/>
                    <a:pt x="47714" y="1232"/>
                  </a:cubicBezTo>
                  <a:cubicBezTo>
                    <a:pt x="49873" y="3010"/>
                    <a:pt x="50000" y="6312"/>
                    <a:pt x="48222" y="8471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205740" y="222885"/>
              <a:ext cx="10414" cy="39497"/>
            </a:xfrm>
            <a:custGeom>
              <a:avLst/>
              <a:gdLst/>
              <a:ahLst/>
              <a:cxnLst/>
              <a:rect r="r" b="b" t="t" l="l"/>
              <a:pathLst>
                <a:path h="39497" w="10414">
                  <a:moveTo>
                    <a:pt x="10414" y="5207"/>
                  </a:moveTo>
                  <a:lnTo>
                    <a:pt x="10414" y="34290"/>
                  </a:lnTo>
                  <a:cubicBezTo>
                    <a:pt x="10414" y="37084"/>
                    <a:pt x="8128" y="39497"/>
                    <a:pt x="5207" y="39497"/>
                  </a:cubicBezTo>
                  <a:cubicBezTo>
                    <a:pt x="2286" y="39497"/>
                    <a:pt x="0" y="37211"/>
                    <a:pt x="0" y="34290"/>
                  </a:cubicBezTo>
                  <a:lnTo>
                    <a:pt x="0" y="5207"/>
                  </a:lnTo>
                  <a:cubicBezTo>
                    <a:pt x="0" y="2413"/>
                    <a:pt x="2286" y="0"/>
                    <a:pt x="5207" y="0"/>
                  </a:cubicBezTo>
                  <a:cubicBezTo>
                    <a:pt x="8128" y="0"/>
                    <a:pt x="10414" y="2286"/>
                    <a:pt x="10414" y="5207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181585" y="236957"/>
              <a:ext cx="34722" cy="25451"/>
            </a:xfrm>
            <a:custGeom>
              <a:avLst/>
              <a:gdLst/>
              <a:ahLst/>
              <a:cxnLst/>
              <a:rect r="r" b="b" t="t" l="l"/>
              <a:pathLst>
                <a:path h="25451" w="34722">
                  <a:moveTo>
                    <a:pt x="26822" y="24663"/>
                  </a:moveTo>
                  <a:lnTo>
                    <a:pt x="2438" y="9550"/>
                  </a:lnTo>
                  <a:cubicBezTo>
                    <a:pt x="25" y="8026"/>
                    <a:pt x="-737" y="4851"/>
                    <a:pt x="787" y="2438"/>
                  </a:cubicBezTo>
                  <a:cubicBezTo>
                    <a:pt x="2311" y="25"/>
                    <a:pt x="5486" y="-737"/>
                    <a:pt x="7899" y="787"/>
                  </a:cubicBezTo>
                  <a:lnTo>
                    <a:pt x="32283" y="15900"/>
                  </a:lnTo>
                  <a:cubicBezTo>
                    <a:pt x="34696" y="17424"/>
                    <a:pt x="35458" y="20599"/>
                    <a:pt x="33934" y="23012"/>
                  </a:cubicBezTo>
                  <a:cubicBezTo>
                    <a:pt x="32410" y="25425"/>
                    <a:pt x="29235" y="26187"/>
                    <a:pt x="26822" y="24663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180428" y="223100"/>
              <a:ext cx="35765" cy="23192"/>
            </a:xfrm>
            <a:custGeom>
              <a:avLst/>
              <a:gdLst/>
              <a:ahLst/>
              <a:cxnLst/>
              <a:rect r="r" b="b" t="t" l="l"/>
              <a:pathLst>
                <a:path h="23192" w="35765">
                  <a:moveTo>
                    <a:pt x="32932" y="9691"/>
                  </a:moveTo>
                  <a:lnTo>
                    <a:pt x="7405" y="22645"/>
                  </a:lnTo>
                  <a:cubicBezTo>
                    <a:pt x="4865" y="23915"/>
                    <a:pt x="1817" y="22899"/>
                    <a:pt x="547" y="20359"/>
                  </a:cubicBezTo>
                  <a:cubicBezTo>
                    <a:pt x="-723" y="17819"/>
                    <a:pt x="293" y="14771"/>
                    <a:pt x="2833" y="13501"/>
                  </a:cubicBezTo>
                  <a:lnTo>
                    <a:pt x="28360" y="547"/>
                  </a:lnTo>
                  <a:cubicBezTo>
                    <a:pt x="30900" y="-723"/>
                    <a:pt x="33948" y="293"/>
                    <a:pt x="35218" y="2833"/>
                  </a:cubicBezTo>
                  <a:cubicBezTo>
                    <a:pt x="36488" y="5373"/>
                    <a:pt x="35472" y="8421"/>
                    <a:pt x="32932" y="9691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56947" y="222886"/>
              <a:ext cx="33704" cy="23366"/>
            </a:xfrm>
            <a:custGeom>
              <a:avLst/>
              <a:gdLst/>
              <a:ahLst/>
              <a:cxnLst/>
              <a:rect r="r" b="b" t="t" l="l"/>
              <a:pathLst>
                <a:path h="23366" w="33704">
                  <a:moveTo>
                    <a:pt x="26060" y="22732"/>
                  </a:moveTo>
                  <a:lnTo>
                    <a:pt x="2692" y="9651"/>
                  </a:lnTo>
                  <a:cubicBezTo>
                    <a:pt x="152" y="8254"/>
                    <a:pt x="-737" y="5079"/>
                    <a:pt x="660" y="2666"/>
                  </a:cubicBezTo>
                  <a:cubicBezTo>
                    <a:pt x="2057" y="253"/>
                    <a:pt x="5232" y="-763"/>
                    <a:pt x="7645" y="634"/>
                  </a:cubicBezTo>
                  <a:lnTo>
                    <a:pt x="31013" y="13715"/>
                  </a:lnTo>
                  <a:cubicBezTo>
                    <a:pt x="33553" y="15112"/>
                    <a:pt x="34442" y="18287"/>
                    <a:pt x="33045" y="20700"/>
                  </a:cubicBezTo>
                  <a:cubicBezTo>
                    <a:pt x="31648" y="23113"/>
                    <a:pt x="28473" y="24129"/>
                    <a:pt x="26060" y="22732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154915" y="235814"/>
              <a:ext cx="36246" cy="26594"/>
            </a:xfrm>
            <a:custGeom>
              <a:avLst/>
              <a:gdLst/>
              <a:ahLst/>
              <a:cxnLst/>
              <a:rect r="r" b="b" t="t" l="l"/>
              <a:pathLst>
                <a:path h="26594" w="36246">
                  <a:moveTo>
                    <a:pt x="33807" y="9550"/>
                  </a:moveTo>
                  <a:lnTo>
                    <a:pt x="7899" y="25806"/>
                  </a:lnTo>
                  <a:cubicBezTo>
                    <a:pt x="5486" y="27330"/>
                    <a:pt x="2311" y="26568"/>
                    <a:pt x="787" y="24155"/>
                  </a:cubicBezTo>
                  <a:cubicBezTo>
                    <a:pt x="-737" y="21742"/>
                    <a:pt x="25" y="18567"/>
                    <a:pt x="2438" y="17043"/>
                  </a:cubicBezTo>
                  <a:lnTo>
                    <a:pt x="28346" y="787"/>
                  </a:lnTo>
                  <a:cubicBezTo>
                    <a:pt x="30759" y="-737"/>
                    <a:pt x="33934" y="25"/>
                    <a:pt x="35458" y="2438"/>
                  </a:cubicBezTo>
                  <a:cubicBezTo>
                    <a:pt x="36982" y="4851"/>
                    <a:pt x="36220" y="8026"/>
                    <a:pt x="33807" y="955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154940" y="222885"/>
              <a:ext cx="10414" cy="39497"/>
            </a:xfrm>
            <a:custGeom>
              <a:avLst/>
              <a:gdLst/>
              <a:ahLst/>
              <a:cxnLst/>
              <a:rect r="r" b="b" t="t" l="l"/>
              <a:pathLst>
                <a:path h="39497" w="10414">
                  <a:moveTo>
                    <a:pt x="0" y="34290"/>
                  </a:moveTo>
                  <a:lnTo>
                    <a:pt x="0" y="5207"/>
                  </a:lnTo>
                  <a:cubicBezTo>
                    <a:pt x="0" y="2413"/>
                    <a:pt x="2286" y="0"/>
                    <a:pt x="5207" y="0"/>
                  </a:cubicBezTo>
                  <a:cubicBezTo>
                    <a:pt x="8128" y="0"/>
                    <a:pt x="10414" y="2286"/>
                    <a:pt x="10414" y="5207"/>
                  </a:cubicBezTo>
                  <a:lnTo>
                    <a:pt x="10414" y="34290"/>
                  </a:lnTo>
                  <a:cubicBezTo>
                    <a:pt x="10414" y="37084"/>
                    <a:pt x="8128" y="39497"/>
                    <a:pt x="5207" y="39497"/>
                  </a:cubicBezTo>
                  <a:cubicBezTo>
                    <a:pt x="2286" y="39497"/>
                    <a:pt x="0" y="37211"/>
                    <a:pt x="0" y="342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179709" y="236387"/>
              <a:ext cx="10786" cy="10460"/>
            </a:xfrm>
            <a:custGeom>
              <a:avLst/>
              <a:gdLst/>
              <a:ahLst/>
              <a:cxnLst/>
              <a:rect r="r" b="b" t="t" l="l"/>
              <a:pathLst>
                <a:path h="10460" w="10786">
                  <a:moveTo>
                    <a:pt x="4187" y="214"/>
                  </a:moveTo>
                  <a:lnTo>
                    <a:pt x="4568" y="87"/>
                  </a:lnTo>
                  <a:cubicBezTo>
                    <a:pt x="7362" y="-421"/>
                    <a:pt x="10029" y="1357"/>
                    <a:pt x="10664" y="4151"/>
                  </a:cubicBezTo>
                  <a:cubicBezTo>
                    <a:pt x="11299" y="6945"/>
                    <a:pt x="9394" y="9612"/>
                    <a:pt x="6600" y="10247"/>
                  </a:cubicBezTo>
                  <a:lnTo>
                    <a:pt x="6219" y="10374"/>
                  </a:lnTo>
                  <a:cubicBezTo>
                    <a:pt x="3425" y="10882"/>
                    <a:pt x="758" y="9104"/>
                    <a:pt x="123" y="6310"/>
                  </a:cubicBezTo>
                  <a:cubicBezTo>
                    <a:pt x="-512" y="3516"/>
                    <a:pt x="1393" y="849"/>
                    <a:pt x="4187" y="214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180823" y="235814"/>
              <a:ext cx="10961" cy="11469"/>
            </a:xfrm>
            <a:custGeom>
              <a:avLst/>
              <a:gdLst/>
              <a:ahLst/>
              <a:cxnLst/>
              <a:rect r="r" b="b" t="t" l="l"/>
              <a:pathLst>
                <a:path h="11469" w="10961">
                  <a:moveTo>
                    <a:pt x="9550" y="2438"/>
                  </a:moveTo>
                  <a:cubicBezTo>
                    <a:pt x="9931" y="2946"/>
                    <a:pt x="10185" y="3454"/>
                    <a:pt x="10439" y="4089"/>
                  </a:cubicBezTo>
                  <a:cubicBezTo>
                    <a:pt x="11709" y="6629"/>
                    <a:pt x="10566" y="9677"/>
                    <a:pt x="8026" y="10947"/>
                  </a:cubicBezTo>
                  <a:cubicBezTo>
                    <a:pt x="5486" y="12217"/>
                    <a:pt x="2438" y="11074"/>
                    <a:pt x="1168" y="8534"/>
                  </a:cubicBezTo>
                  <a:cubicBezTo>
                    <a:pt x="1041" y="8407"/>
                    <a:pt x="1041" y="8153"/>
                    <a:pt x="787" y="7899"/>
                  </a:cubicBezTo>
                  <a:cubicBezTo>
                    <a:pt x="-737" y="5486"/>
                    <a:pt x="25" y="2311"/>
                    <a:pt x="2438" y="787"/>
                  </a:cubicBezTo>
                  <a:cubicBezTo>
                    <a:pt x="4851" y="-737"/>
                    <a:pt x="8026" y="25"/>
                    <a:pt x="9550" y="2438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279146" y="230886"/>
              <a:ext cx="38735" cy="10287"/>
            </a:xfrm>
            <a:custGeom>
              <a:avLst/>
              <a:gdLst/>
              <a:ahLst/>
              <a:cxnLst/>
              <a:rect r="r" b="b" t="t" l="l"/>
              <a:pathLst>
                <a:path h="10287" w="38735">
                  <a:moveTo>
                    <a:pt x="33655" y="10287"/>
                  </a:moveTo>
                  <a:lnTo>
                    <a:pt x="5207" y="10287"/>
                  </a:lnTo>
                  <a:cubicBezTo>
                    <a:pt x="2413" y="10287"/>
                    <a:pt x="0" y="8001"/>
                    <a:pt x="0" y="5207"/>
                  </a:cubicBezTo>
                  <a:cubicBezTo>
                    <a:pt x="0" y="2413"/>
                    <a:pt x="2286" y="0"/>
                    <a:pt x="5080" y="0"/>
                  </a:cubicBezTo>
                  <a:lnTo>
                    <a:pt x="33528" y="0"/>
                  </a:lnTo>
                  <a:cubicBezTo>
                    <a:pt x="36322" y="0"/>
                    <a:pt x="38735" y="2286"/>
                    <a:pt x="38735" y="5080"/>
                  </a:cubicBezTo>
                  <a:cubicBezTo>
                    <a:pt x="38735" y="7874"/>
                    <a:pt x="36449" y="10287"/>
                    <a:pt x="33655" y="10287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222758" y="274066"/>
              <a:ext cx="10414" cy="80899"/>
            </a:xfrm>
            <a:custGeom>
              <a:avLst/>
              <a:gdLst/>
              <a:ahLst/>
              <a:cxnLst/>
              <a:rect r="r" b="b" t="t" l="l"/>
              <a:pathLst>
                <a:path h="80899" w="10414">
                  <a:moveTo>
                    <a:pt x="10414" y="5207"/>
                  </a:moveTo>
                  <a:lnTo>
                    <a:pt x="10414" y="75692"/>
                  </a:lnTo>
                  <a:cubicBezTo>
                    <a:pt x="10414" y="78486"/>
                    <a:pt x="8128" y="80899"/>
                    <a:pt x="5207" y="80899"/>
                  </a:cubicBezTo>
                  <a:cubicBezTo>
                    <a:pt x="2286" y="80899"/>
                    <a:pt x="0" y="78613"/>
                    <a:pt x="0" y="75692"/>
                  </a:cubicBezTo>
                  <a:lnTo>
                    <a:pt x="0" y="5207"/>
                  </a:lnTo>
                  <a:cubicBezTo>
                    <a:pt x="0" y="2413"/>
                    <a:pt x="2286" y="0"/>
                    <a:pt x="5207" y="0"/>
                  </a:cubicBezTo>
                  <a:cubicBezTo>
                    <a:pt x="8128" y="0"/>
                    <a:pt x="10414" y="2286"/>
                    <a:pt x="10414" y="5207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113665" y="344551"/>
              <a:ext cx="119634" cy="10414"/>
            </a:xfrm>
            <a:custGeom>
              <a:avLst/>
              <a:gdLst/>
              <a:ahLst/>
              <a:cxnLst/>
              <a:rect r="r" b="b" t="t" l="l"/>
              <a:pathLst>
                <a:path h="10414" w="119634">
                  <a:moveTo>
                    <a:pt x="114427" y="10414"/>
                  </a:moveTo>
                  <a:lnTo>
                    <a:pt x="5207" y="10414"/>
                  </a:lnTo>
                  <a:cubicBezTo>
                    <a:pt x="2413" y="10414"/>
                    <a:pt x="0" y="8128"/>
                    <a:pt x="0" y="5207"/>
                  </a:cubicBezTo>
                  <a:cubicBezTo>
                    <a:pt x="0" y="2286"/>
                    <a:pt x="2286" y="0"/>
                    <a:pt x="5207" y="0"/>
                  </a:cubicBezTo>
                  <a:lnTo>
                    <a:pt x="114427" y="0"/>
                  </a:lnTo>
                  <a:cubicBezTo>
                    <a:pt x="117221" y="0"/>
                    <a:pt x="119634" y="2286"/>
                    <a:pt x="119634" y="5207"/>
                  </a:cubicBezTo>
                  <a:cubicBezTo>
                    <a:pt x="119634" y="8128"/>
                    <a:pt x="117348" y="10414"/>
                    <a:pt x="114427" y="10414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267437" y="258249"/>
              <a:ext cx="49454" cy="53352"/>
            </a:xfrm>
            <a:custGeom>
              <a:avLst/>
              <a:gdLst/>
              <a:ahLst/>
              <a:cxnLst/>
              <a:rect r="r" b="b" t="t" l="l"/>
              <a:pathLst>
                <a:path h="53352" w="49454">
                  <a:moveTo>
                    <a:pt x="48158" y="8578"/>
                  </a:moveTo>
                  <a:lnTo>
                    <a:pt x="8915" y="51631"/>
                  </a:lnTo>
                  <a:cubicBezTo>
                    <a:pt x="7010" y="53790"/>
                    <a:pt x="3708" y="53917"/>
                    <a:pt x="1676" y="52012"/>
                  </a:cubicBezTo>
                  <a:cubicBezTo>
                    <a:pt x="-356" y="50107"/>
                    <a:pt x="-610" y="46805"/>
                    <a:pt x="1295" y="44773"/>
                  </a:cubicBezTo>
                  <a:lnTo>
                    <a:pt x="40538" y="1720"/>
                  </a:lnTo>
                  <a:cubicBezTo>
                    <a:pt x="42443" y="-439"/>
                    <a:pt x="45745" y="-566"/>
                    <a:pt x="47777" y="1339"/>
                  </a:cubicBezTo>
                  <a:cubicBezTo>
                    <a:pt x="49809" y="3244"/>
                    <a:pt x="50063" y="6546"/>
                    <a:pt x="48158" y="8578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140716" y="279400"/>
              <a:ext cx="10414" cy="75946"/>
            </a:xfrm>
            <a:custGeom>
              <a:avLst/>
              <a:gdLst/>
              <a:ahLst/>
              <a:cxnLst/>
              <a:rect r="r" b="b" t="t" l="l"/>
              <a:pathLst>
                <a:path h="75946" w="10414">
                  <a:moveTo>
                    <a:pt x="10414" y="5207"/>
                  </a:moveTo>
                  <a:lnTo>
                    <a:pt x="10414" y="70739"/>
                  </a:lnTo>
                  <a:cubicBezTo>
                    <a:pt x="10414" y="73533"/>
                    <a:pt x="8128" y="75946"/>
                    <a:pt x="5207" y="75946"/>
                  </a:cubicBezTo>
                  <a:cubicBezTo>
                    <a:pt x="2286" y="75946"/>
                    <a:pt x="0" y="73660"/>
                    <a:pt x="0" y="70739"/>
                  </a:cubicBezTo>
                  <a:lnTo>
                    <a:pt x="0" y="5207"/>
                  </a:lnTo>
                  <a:cubicBezTo>
                    <a:pt x="0" y="2413"/>
                    <a:pt x="2286" y="0"/>
                    <a:pt x="5207" y="0"/>
                  </a:cubicBezTo>
                  <a:cubicBezTo>
                    <a:pt x="8128" y="0"/>
                    <a:pt x="10414" y="2286"/>
                    <a:pt x="10414" y="5207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258572" y="217043"/>
              <a:ext cx="97790" cy="10414"/>
            </a:xfrm>
            <a:custGeom>
              <a:avLst/>
              <a:gdLst/>
              <a:ahLst/>
              <a:cxnLst/>
              <a:rect r="r" b="b" t="t" l="l"/>
              <a:pathLst>
                <a:path h="10414" w="97790">
                  <a:moveTo>
                    <a:pt x="92583" y="10414"/>
                  </a:moveTo>
                  <a:lnTo>
                    <a:pt x="5207" y="10414"/>
                  </a:lnTo>
                  <a:cubicBezTo>
                    <a:pt x="2413" y="10414"/>
                    <a:pt x="0" y="8128"/>
                    <a:pt x="0" y="5207"/>
                  </a:cubicBezTo>
                  <a:cubicBezTo>
                    <a:pt x="0" y="2286"/>
                    <a:pt x="2286" y="0"/>
                    <a:pt x="5207" y="0"/>
                  </a:cubicBezTo>
                  <a:lnTo>
                    <a:pt x="92583" y="0"/>
                  </a:lnTo>
                  <a:cubicBezTo>
                    <a:pt x="95377" y="0"/>
                    <a:pt x="97790" y="2286"/>
                    <a:pt x="97790" y="5207"/>
                  </a:cubicBezTo>
                  <a:cubicBezTo>
                    <a:pt x="97790" y="8128"/>
                    <a:pt x="95504" y="10414"/>
                    <a:pt x="92583" y="10414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113665" y="263779"/>
              <a:ext cx="10287" cy="24130"/>
            </a:xfrm>
            <a:custGeom>
              <a:avLst/>
              <a:gdLst/>
              <a:ahLst/>
              <a:cxnLst/>
              <a:rect r="r" b="b" t="t" l="l"/>
              <a:pathLst>
                <a:path h="24130" w="10287">
                  <a:moveTo>
                    <a:pt x="10287" y="5207"/>
                  </a:moveTo>
                  <a:lnTo>
                    <a:pt x="10287" y="19050"/>
                  </a:lnTo>
                  <a:cubicBezTo>
                    <a:pt x="10287" y="21844"/>
                    <a:pt x="8001" y="24130"/>
                    <a:pt x="5080" y="24130"/>
                  </a:cubicBezTo>
                  <a:cubicBezTo>
                    <a:pt x="2159" y="24130"/>
                    <a:pt x="0" y="21844"/>
                    <a:pt x="0" y="18923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207" y="0"/>
                  </a:cubicBezTo>
                  <a:cubicBezTo>
                    <a:pt x="8128" y="0"/>
                    <a:pt x="10287" y="2286"/>
                    <a:pt x="10287" y="5207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113538" y="277749"/>
              <a:ext cx="10414" cy="77216"/>
            </a:xfrm>
            <a:custGeom>
              <a:avLst/>
              <a:gdLst/>
              <a:ahLst/>
              <a:cxnLst/>
              <a:rect r="r" b="b" t="t" l="l"/>
              <a:pathLst>
                <a:path h="77216" w="10414">
                  <a:moveTo>
                    <a:pt x="10287" y="5080"/>
                  </a:moveTo>
                  <a:lnTo>
                    <a:pt x="10414" y="72009"/>
                  </a:lnTo>
                  <a:cubicBezTo>
                    <a:pt x="10414" y="74803"/>
                    <a:pt x="8128" y="77216"/>
                    <a:pt x="5334" y="77216"/>
                  </a:cubicBezTo>
                  <a:cubicBezTo>
                    <a:pt x="2540" y="77216"/>
                    <a:pt x="127" y="74930"/>
                    <a:pt x="127" y="72136"/>
                  </a:cubicBezTo>
                  <a:lnTo>
                    <a:pt x="0" y="5207"/>
                  </a:lnTo>
                  <a:cubicBezTo>
                    <a:pt x="0" y="2413"/>
                    <a:pt x="2286" y="0"/>
                    <a:pt x="5080" y="0"/>
                  </a:cubicBezTo>
                  <a:cubicBezTo>
                    <a:pt x="7874" y="0"/>
                    <a:pt x="10287" y="2286"/>
                    <a:pt x="10287" y="508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555622" y="4441822"/>
            <a:ext cx="479422" cy="479422"/>
            <a:chOff x="0" y="0"/>
            <a:chExt cx="479425" cy="47942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68199" y="68326"/>
              <a:ext cx="343027" cy="342773"/>
            </a:xfrm>
            <a:custGeom>
              <a:avLst/>
              <a:gdLst/>
              <a:ahLst/>
              <a:cxnLst/>
              <a:rect r="r" b="b" t="t" l="l"/>
              <a:pathLst>
                <a:path h="342773" w="343027">
                  <a:moveTo>
                    <a:pt x="127" y="338074"/>
                  </a:moveTo>
                  <a:lnTo>
                    <a:pt x="127" y="4699"/>
                  </a:lnTo>
                  <a:cubicBezTo>
                    <a:pt x="127" y="3429"/>
                    <a:pt x="635" y="2286"/>
                    <a:pt x="1524" y="1397"/>
                  </a:cubicBezTo>
                  <a:cubicBezTo>
                    <a:pt x="2413" y="508"/>
                    <a:pt x="3556" y="0"/>
                    <a:pt x="4953" y="0"/>
                  </a:cubicBezTo>
                  <a:lnTo>
                    <a:pt x="338201" y="0"/>
                  </a:lnTo>
                  <a:cubicBezTo>
                    <a:pt x="339471" y="0"/>
                    <a:pt x="340614" y="508"/>
                    <a:pt x="341630" y="1397"/>
                  </a:cubicBezTo>
                  <a:cubicBezTo>
                    <a:pt x="342646" y="2286"/>
                    <a:pt x="343027" y="3429"/>
                    <a:pt x="343027" y="4699"/>
                  </a:cubicBezTo>
                  <a:lnTo>
                    <a:pt x="343027" y="338074"/>
                  </a:lnTo>
                  <a:cubicBezTo>
                    <a:pt x="343027" y="339344"/>
                    <a:pt x="342519" y="340487"/>
                    <a:pt x="341630" y="341376"/>
                  </a:cubicBezTo>
                  <a:cubicBezTo>
                    <a:pt x="340741" y="342265"/>
                    <a:pt x="339598" y="342773"/>
                    <a:pt x="338201" y="342773"/>
                  </a:cubicBezTo>
                  <a:lnTo>
                    <a:pt x="4826" y="342773"/>
                  </a:lnTo>
                  <a:cubicBezTo>
                    <a:pt x="3556" y="342773"/>
                    <a:pt x="2413" y="342265"/>
                    <a:pt x="1397" y="341376"/>
                  </a:cubicBezTo>
                  <a:cubicBezTo>
                    <a:pt x="381" y="340487"/>
                    <a:pt x="0" y="339344"/>
                    <a:pt x="0" y="338074"/>
                  </a:cubicBezTo>
                </a:path>
              </a:pathLst>
            </a:custGeom>
            <a:solidFill>
              <a:srgbClr val="E3ECFB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63500" y="63500"/>
              <a:ext cx="352298" cy="352425"/>
            </a:xfrm>
            <a:custGeom>
              <a:avLst/>
              <a:gdLst/>
              <a:ahLst/>
              <a:cxnLst/>
              <a:rect r="r" b="b" t="t" l="l"/>
              <a:pathLst>
                <a:path h="352425" w="352298">
                  <a:moveTo>
                    <a:pt x="0" y="342900"/>
                  </a:moveTo>
                  <a:lnTo>
                    <a:pt x="0" y="9525"/>
                  </a:lnTo>
                  <a:lnTo>
                    <a:pt x="4826" y="9525"/>
                  </a:lnTo>
                  <a:lnTo>
                    <a:pt x="0" y="9525"/>
                  </a:lnTo>
                  <a:cubicBezTo>
                    <a:pt x="0" y="9017"/>
                    <a:pt x="0" y="8509"/>
                    <a:pt x="127" y="7874"/>
                  </a:cubicBezTo>
                  <a:cubicBezTo>
                    <a:pt x="381" y="6477"/>
                    <a:pt x="889" y="5080"/>
                    <a:pt x="1778" y="3937"/>
                  </a:cubicBezTo>
                  <a:cubicBezTo>
                    <a:pt x="2032" y="3556"/>
                    <a:pt x="2413" y="3048"/>
                    <a:pt x="2794" y="2794"/>
                  </a:cubicBezTo>
                  <a:lnTo>
                    <a:pt x="6096" y="6223"/>
                  </a:lnTo>
                  <a:lnTo>
                    <a:pt x="2667" y="2921"/>
                  </a:lnTo>
                  <a:cubicBezTo>
                    <a:pt x="3048" y="2540"/>
                    <a:pt x="3429" y="2286"/>
                    <a:pt x="3810" y="1905"/>
                  </a:cubicBezTo>
                  <a:cubicBezTo>
                    <a:pt x="4953" y="1016"/>
                    <a:pt x="6350" y="508"/>
                    <a:pt x="7747" y="254"/>
                  </a:cubicBezTo>
                  <a:cubicBezTo>
                    <a:pt x="8382" y="0"/>
                    <a:pt x="9017" y="0"/>
                    <a:pt x="9525" y="0"/>
                  </a:cubicBezTo>
                  <a:lnTo>
                    <a:pt x="9525" y="4826"/>
                  </a:lnTo>
                  <a:lnTo>
                    <a:pt x="9525" y="0"/>
                  </a:lnTo>
                  <a:lnTo>
                    <a:pt x="342900" y="0"/>
                  </a:lnTo>
                  <a:lnTo>
                    <a:pt x="342900" y="4826"/>
                  </a:lnTo>
                  <a:lnTo>
                    <a:pt x="342900" y="0"/>
                  </a:lnTo>
                  <a:cubicBezTo>
                    <a:pt x="343408" y="0"/>
                    <a:pt x="344043" y="0"/>
                    <a:pt x="344551" y="127"/>
                  </a:cubicBezTo>
                  <a:cubicBezTo>
                    <a:pt x="345948" y="381"/>
                    <a:pt x="347345" y="889"/>
                    <a:pt x="348488" y="1778"/>
                  </a:cubicBezTo>
                  <a:cubicBezTo>
                    <a:pt x="348869" y="2032"/>
                    <a:pt x="349250" y="2413"/>
                    <a:pt x="349631" y="2794"/>
                  </a:cubicBezTo>
                  <a:lnTo>
                    <a:pt x="346202" y="6096"/>
                  </a:lnTo>
                  <a:lnTo>
                    <a:pt x="349504" y="2667"/>
                  </a:lnTo>
                  <a:cubicBezTo>
                    <a:pt x="349885" y="3048"/>
                    <a:pt x="350266" y="3429"/>
                    <a:pt x="350520" y="3810"/>
                  </a:cubicBezTo>
                  <a:cubicBezTo>
                    <a:pt x="351409" y="4953"/>
                    <a:pt x="351917" y="6350"/>
                    <a:pt x="352171" y="7747"/>
                  </a:cubicBezTo>
                  <a:cubicBezTo>
                    <a:pt x="352298" y="8255"/>
                    <a:pt x="352298" y="8763"/>
                    <a:pt x="352298" y="9398"/>
                  </a:cubicBezTo>
                  <a:lnTo>
                    <a:pt x="347472" y="9398"/>
                  </a:lnTo>
                  <a:lnTo>
                    <a:pt x="352298" y="9398"/>
                  </a:lnTo>
                  <a:lnTo>
                    <a:pt x="352298" y="342900"/>
                  </a:lnTo>
                  <a:lnTo>
                    <a:pt x="347472" y="342900"/>
                  </a:lnTo>
                  <a:lnTo>
                    <a:pt x="352298" y="342900"/>
                  </a:lnTo>
                  <a:cubicBezTo>
                    <a:pt x="352298" y="343408"/>
                    <a:pt x="352298" y="343916"/>
                    <a:pt x="352171" y="344551"/>
                  </a:cubicBezTo>
                  <a:cubicBezTo>
                    <a:pt x="351917" y="345948"/>
                    <a:pt x="351409" y="347345"/>
                    <a:pt x="350520" y="348488"/>
                  </a:cubicBezTo>
                  <a:cubicBezTo>
                    <a:pt x="350266" y="348869"/>
                    <a:pt x="349885" y="349377"/>
                    <a:pt x="349504" y="349631"/>
                  </a:cubicBezTo>
                  <a:cubicBezTo>
                    <a:pt x="349123" y="350012"/>
                    <a:pt x="348615" y="350393"/>
                    <a:pt x="348107" y="350774"/>
                  </a:cubicBezTo>
                  <a:cubicBezTo>
                    <a:pt x="346964" y="351536"/>
                    <a:pt x="345694" y="352044"/>
                    <a:pt x="344297" y="352298"/>
                  </a:cubicBezTo>
                  <a:cubicBezTo>
                    <a:pt x="343789" y="352425"/>
                    <a:pt x="343281" y="352425"/>
                    <a:pt x="342773" y="352425"/>
                  </a:cubicBezTo>
                  <a:lnTo>
                    <a:pt x="342773" y="347599"/>
                  </a:lnTo>
                  <a:lnTo>
                    <a:pt x="342773" y="352425"/>
                  </a:lnTo>
                  <a:lnTo>
                    <a:pt x="9525" y="352425"/>
                  </a:lnTo>
                  <a:lnTo>
                    <a:pt x="9525" y="347599"/>
                  </a:lnTo>
                  <a:lnTo>
                    <a:pt x="9525" y="352425"/>
                  </a:lnTo>
                  <a:cubicBezTo>
                    <a:pt x="9017" y="352425"/>
                    <a:pt x="8509" y="352425"/>
                    <a:pt x="8001" y="352298"/>
                  </a:cubicBezTo>
                  <a:cubicBezTo>
                    <a:pt x="6604" y="352044"/>
                    <a:pt x="5334" y="351536"/>
                    <a:pt x="4191" y="350774"/>
                  </a:cubicBezTo>
                  <a:cubicBezTo>
                    <a:pt x="3683" y="350393"/>
                    <a:pt x="3302" y="350012"/>
                    <a:pt x="2794" y="349631"/>
                  </a:cubicBezTo>
                  <a:cubicBezTo>
                    <a:pt x="2413" y="349250"/>
                    <a:pt x="2032" y="348869"/>
                    <a:pt x="1778" y="348361"/>
                  </a:cubicBezTo>
                  <a:cubicBezTo>
                    <a:pt x="889" y="347218"/>
                    <a:pt x="381" y="345821"/>
                    <a:pt x="127" y="344424"/>
                  </a:cubicBezTo>
                  <a:cubicBezTo>
                    <a:pt x="0" y="343916"/>
                    <a:pt x="0" y="343408"/>
                    <a:pt x="0" y="342900"/>
                  </a:cubicBezTo>
                  <a:lnTo>
                    <a:pt x="4826" y="342900"/>
                  </a:lnTo>
                  <a:lnTo>
                    <a:pt x="0" y="342900"/>
                  </a:lnTo>
                  <a:moveTo>
                    <a:pt x="9525" y="342900"/>
                  </a:moveTo>
                  <a:cubicBezTo>
                    <a:pt x="9525" y="343027"/>
                    <a:pt x="9525" y="342900"/>
                    <a:pt x="9525" y="342900"/>
                  </a:cubicBezTo>
                  <a:cubicBezTo>
                    <a:pt x="9525" y="342900"/>
                    <a:pt x="9525" y="342773"/>
                    <a:pt x="9525" y="342773"/>
                  </a:cubicBezTo>
                  <a:lnTo>
                    <a:pt x="6223" y="346202"/>
                  </a:lnTo>
                  <a:lnTo>
                    <a:pt x="9525" y="342773"/>
                  </a:lnTo>
                  <a:cubicBezTo>
                    <a:pt x="9652" y="342900"/>
                    <a:pt x="9525" y="342773"/>
                    <a:pt x="9525" y="342773"/>
                  </a:cubicBezTo>
                  <a:cubicBezTo>
                    <a:pt x="9525" y="342773"/>
                    <a:pt x="9398" y="342773"/>
                    <a:pt x="9398" y="342773"/>
                  </a:cubicBezTo>
                  <a:lnTo>
                    <a:pt x="342900" y="342773"/>
                  </a:lnTo>
                  <a:cubicBezTo>
                    <a:pt x="343027" y="342773"/>
                    <a:pt x="342900" y="342773"/>
                    <a:pt x="342900" y="342773"/>
                  </a:cubicBezTo>
                  <a:cubicBezTo>
                    <a:pt x="342900" y="342773"/>
                    <a:pt x="342900" y="342900"/>
                    <a:pt x="342900" y="342900"/>
                  </a:cubicBezTo>
                  <a:lnTo>
                    <a:pt x="346202" y="346329"/>
                  </a:lnTo>
                  <a:lnTo>
                    <a:pt x="342900" y="342900"/>
                  </a:lnTo>
                  <a:cubicBezTo>
                    <a:pt x="343027" y="342773"/>
                    <a:pt x="342900" y="342900"/>
                    <a:pt x="342900" y="342900"/>
                  </a:cubicBezTo>
                  <a:lnTo>
                    <a:pt x="342900" y="9525"/>
                  </a:lnTo>
                  <a:cubicBezTo>
                    <a:pt x="342900" y="9398"/>
                    <a:pt x="342900" y="9525"/>
                    <a:pt x="342900" y="9525"/>
                  </a:cubicBezTo>
                  <a:cubicBezTo>
                    <a:pt x="342900" y="9525"/>
                    <a:pt x="342900" y="9652"/>
                    <a:pt x="342900" y="9652"/>
                  </a:cubicBezTo>
                  <a:cubicBezTo>
                    <a:pt x="342900" y="9652"/>
                    <a:pt x="343027" y="9652"/>
                    <a:pt x="343027" y="9652"/>
                  </a:cubicBezTo>
                  <a:cubicBezTo>
                    <a:pt x="343027" y="9652"/>
                    <a:pt x="343027" y="9652"/>
                    <a:pt x="342900" y="9652"/>
                  </a:cubicBezTo>
                  <a:lnTo>
                    <a:pt x="9525" y="9652"/>
                  </a:lnTo>
                  <a:cubicBezTo>
                    <a:pt x="9398" y="9652"/>
                    <a:pt x="9525" y="9652"/>
                    <a:pt x="9398" y="9652"/>
                  </a:cubicBezTo>
                  <a:cubicBezTo>
                    <a:pt x="9271" y="9652"/>
                    <a:pt x="9525" y="9652"/>
                    <a:pt x="9525" y="9652"/>
                  </a:cubicBezTo>
                  <a:cubicBezTo>
                    <a:pt x="9398" y="9779"/>
                    <a:pt x="9525" y="9652"/>
                    <a:pt x="9525" y="9652"/>
                  </a:cubicBezTo>
                  <a:cubicBezTo>
                    <a:pt x="9525" y="9652"/>
                    <a:pt x="9525" y="9525"/>
                    <a:pt x="9525" y="9525"/>
                  </a:cubicBezTo>
                  <a:lnTo>
                    <a:pt x="9525" y="342900"/>
                  </a:lnTo>
                  <a:close/>
                </a:path>
              </a:pathLst>
            </a:custGeom>
            <a:solidFill>
              <a:srgbClr val="B6C7E1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254762" y="150667"/>
              <a:ext cx="40635" cy="65663"/>
            </a:xfrm>
            <a:custGeom>
              <a:avLst/>
              <a:gdLst/>
              <a:ahLst/>
              <a:cxnLst/>
              <a:rect r="r" b="b" t="t" l="l"/>
              <a:pathLst>
                <a:path h="65663" w="40635">
                  <a:moveTo>
                    <a:pt x="18796" y="55708"/>
                  </a:moveTo>
                  <a:cubicBezTo>
                    <a:pt x="22987" y="55073"/>
                    <a:pt x="25019" y="54565"/>
                    <a:pt x="27051" y="53676"/>
                  </a:cubicBezTo>
                  <a:lnTo>
                    <a:pt x="29083" y="58375"/>
                  </a:lnTo>
                  <a:lnTo>
                    <a:pt x="26162" y="54057"/>
                  </a:lnTo>
                  <a:cubicBezTo>
                    <a:pt x="27813" y="52914"/>
                    <a:pt x="29337" y="51390"/>
                    <a:pt x="30353" y="49866"/>
                  </a:cubicBezTo>
                  <a:lnTo>
                    <a:pt x="34671" y="52660"/>
                  </a:lnTo>
                  <a:lnTo>
                    <a:pt x="29845" y="50755"/>
                  </a:lnTo>
                  <a:cubicBezTo>
                    <a:pt x="30607" y="48723"/>
                    <a:pt x="30988" y="46437"/>
                    <a:pt x="30734" y="44278"/>
                  </a:cubicBezTo>
                  <a:lnTo>
                    <a:pt x="35814" y="43770"/>
                  </a:lnTo>
                  <a:lnTo>
                    <a:pt x="30988" y="45548"/>
                  </a:lnTo>
                  <a:cubicBezTo>
                    <a:pt x="30226" y="43643"/>
                    <a:pt x="29337" y="42119"/>
                    <a:pt x="27813" y="40595"/>
                  </a:cubicBezTo>
                  <a:lnTo>
                    <a:pt x="31496" y="37039"/>
                  </a:lnTo>
                  <a:lnTo>
                    <a:pt x="28575" y="41230"/>
                  </a:lnTo>
                  <a:cubicBezTo>
                    <a:pt x="27305" y="40341"/>
                    <a:pt x="25527" y="39325"/>
                    <a:pt x="13716" y="36023"/>
                  </a:cubicBezTo>
                  <a:cubicBezTo>
                    <a:pt x="13462" y="36023"/>
                    <a:pt x="13335" y="35896"/>
                    <a:pt x="13081" y="35769"/>
                  </a:cubicBezTo>
                  <a:cubicBezTo>
                    <a:pt x="9017" y="34118"/>
                    <a:pt x="6858" y="32721"/>
                    <a:pt x="4699" y="30689"/>
                  </a:cubicBezTo>
                  <a:cubicBezTo>
                    <a:pt x="4445" y="30435"/>
                    <a:pt x="4191" y="30181"/>
                    <a:pt x="4064" y="29927"/>
                  </a:cubicBezTo>
                  <a:cubicBezTo>
                    <a:pt x="2159" y="27387"/>
                    <a:pt x="1016" y="24974"/>
                    <a:pt x="127" y="21291"/>
                  </a:cubicBezTo>
                  <a:cubicBezTo>
                    <a:pt x="0" y="20910"/>
                    <a:pt x="0" y="20402"/>
                    <a:pt x="0" y="19894"/>
                  </a:cubicBezTo>
                  <a:cubicBezTo>
                    <a:pt x="127" y="15830"/>
                    <a:pt x="1270" y="12020"/>
                    <a:pt x="3429" y="8210"/>
                  </a:cubicBezTo>
                  <a:cubicBezTo>
                    <a:pt x="3683" y="7829"/>
                    <a:pt x="3937" y="7448"/>
                    <a:pt x="4191" y="7194"/>
                  </a:cubicBezTo>
                  <a:cubicBezTo>
                    <a:pt x="7112" y="4400"/>
                    <a:pt x="10668" y="2241"/>
                    <a:pt x="14097" y="1098"/>
                  </a:cubicBezTo>
                  <a:cubicBezTo>
                    <a:pt x="14351" y="971"/>
                    <a:pt x="14605" y="971"/>
                    <a:pt x="14859" y="844"/>
                  </a:cubicBezTo>
                  <a:lnTo>
                    <a:pt x="19304" y="82"/>
                  </a:lnTo>
                  <a:cubicBezTo>
                    <a:pt x="22098" y="-426"/>
                    <a:pt x="24765" y="1479"/>
                    <a:pt x="25273" y="4273"/>
                  </a:cubicBezTo>
                  <a:cubicBezTo>
                    <a:pt x="25781" y="7067"/>
                    <a:pt x="23876" y="9734"/>
                    <a:pt x="21082" y="10242"/>
                  </a:cubicBezTo>
                  <a:lnTo>
                    <a:pt x="16637" y="11004"/>
                  </a:lnTo>
                  <a:lnTo>
                    <a:pt x="15748" y="5924"/>
                  </a:lnTo>
                  <a:lnTo>
                    <a:pt x="17399" y="10750"/>
                  </a:lnTo>
                  <a:cubicBezTo>
                    <a:pt x="15367" y="11512"/>
                    <a:pt x="13081" y="12782"/>
                    <a:pt x="11303" y="14560"/>
                  </a:cubicBezTo>
                  <a:lnTo>
                    <a:pt x="7747" y="10877"/>
                  </a:lnTo>
                  <a:lnTo>
                    <a:pt x="12192" y="13544"/>
                  </a:lnTo>
                  <a:cubicBezTo>
                    <a:pt x="10795" y="15830"/>
                    <a:pt x="10287" y="17989"/>
                    <a:pt x="10160" y="20021"/>
                  </a:cubicBezTo>
                  <a:lnTo>
                    <a:pt x="4953" y="19894"/>
                  </a:lnTo>
                  <a:lnTo>
                    <a:pt x="9906" y="18624"/>
                  </a:lnTo>
                  <a:cubicBezTo>
                    <a:pt x="10541" y="21037"/>
                    <a:pt x="11176" y="22180"/>
                    <a:pt x="12192" y="23704"/>
                  </a:cubicBezTo>
                  <a:lnTo>
                    <a:pt x="8001" y="26752"/>
                  </a:lnTo>
                  <a:lnTo>
                    <a:pt x="11430" y="22942"/>
                  </a:lnTo>
                  <a:cubicBezTo>
                    <a:pt x="12573" y="23958"/>
                    <a:pt x="13589" y="24720"/>
                    <a:pt x="16764" y="26117"/>
                  </a:cubicBezTo>
                  <a:lnTo>
                    <a:pt x="14732" y="30816"/>
                  </a:lnTo>
                  <a:lnTo>
                    <a:pt x="16129" y="25863"/>
                  </a:lnTo>
                  <a:cubicBezTo>
                    <a:pt x="27813" y="29165"/>
                    <a:pt x="31115" y="30435"/>
                    <a:pt x="34036" y="32467"/>
                  </a:cubicBezTo>
                  <a:cubicBezTo>
                    <a:pt x="34290" y="32594"/>
                    <a:pt x="34544" y="32848"/>
                    <a:pt x="34798" y="33102"/>
                  </a:cubicBezTo>
                  <a:cubicBezTo>
                    <a:pt x="37338" y="35642"/>
                    <a:pt x="39116" y="38436"/>
                    <a:pt x="40259" y="41738"/>
                  </a:cubicBezTo>
                  <a:cubicBezTo>
                    <a:pt x="40386" y="42119"/>
                    <a:pt x="40513" y="42500"/>
                    <a:pt x="40513" y="42881"/>
                  </a:cubicBezTo>
                  <a:cubicBezTo>
                    <a:pt x="40894" y="46691"/>
                    <a:pt x="40386" y="50755"/>
                    <a:pt x="38989" y="54311"/>
                  </a:cubicBezTo>
                  <a:cubicBezTo>
                    <a:pt x="38862" y="54692"/>
                    <a:pt x="38735" y="54946"/>
                    <a:pt x="38481" y="55327"/>
                  </a:cubicBezTo>
                  <a:cubicBezTo>
                    <a:pt x="36703" y="57994"/>
                    <a:pt x="34163" y="60534"/>
                    <a:pt x="31369" y="62439"/>
                  </a:cubicBezTo>
                  <a:cubicBezTo>
                    <a:pt x="31115" y="62566"/>
                    <a:pt x="30861" y="62693"/>
                    <a:pt x="30607" y="62820"/>
                  </a:cubicBezTo>
                  <a:cubicBezTo>
                    <a:pt x="27305" y="64217"/>
                    <a:pt x="24384" y="64979"/>
                    <a:pt x="19685" y="65614"/>
                  </a:cubicBezTo>
                  <a:cubicBezTo>
                    <a:pt x="16891" y="65995"/>
                    <a:pt x="14224" y="64090"/>
                    <a:pt x="13843" y="61296"/>
                  </a:cubicBezTo>
                  <a:cubicBezTo>
                    <a:pt x="13462" y="58502"/>
                    <a:pt x="15367" y="55835"/>
                    <a:pt x="18161" y="55454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158886" y="328289"/>
              <a:ext cx="48591" cy="15688"/>
            </a:xfrm>
            <a:custGeom>
              <a:avLst/>
              <a:gdLst/>
              <a:ahLst/>
              <a:cxnLst/>
              <a:rect r="r" b="b" t="t" l="l"/>
              <a:pathLst>
                <a:path h="15688" w="48591">
                  <a:moveTo>
                    <a:pt x="2785" y="6483"/>
                  </a:moveTo>
                  <a:cubicBezTo>
                    <a:pt x="7992" y="3435"/>
                    <a:pt x="10913" y="1911"/>
                    <a:pt x="14342" y="768"/>
                  </a:cubicBezTo>
                  <a:cubicBezTo>
                    <a:pt x="14596" y="641"/>
                    <a:pt x="14850" y="641"/>
                    <a:pt x="15104" y="514"/>
                  </a:cubicBezTo>
                  <a:cubicBezTo>
                    <a:pt x="18787" y="-121"/>
                    <a:pt x="21327" y="-121"/>
                    <a:pt x="24375" y="260"/>
                  </a:cubicBezTo>
                  <a:cubicBezTo>
                    <a:pt x="24502" y="260"/>
                    <a:pt x="24502" y="260"/>
                    <a:pt x="24629" y="260"/>
                  </a:cubicBezTo>
                  <a:lnTo>
                    <a:pt x="44441" y="3943"/>
                  </a:lnTo>
                  <a:cubicBezTo>
                    <a:pt x="47235" y="4451"/>
                    <a:pt x="49013" y="7118"/>
                    <a:pt x="48505" y="9912"/>
                  </a:cubicBezTo>
                  <a:cubicBezTo>
                    <a:pt x="47997" y="12706"/>
                    <a:pt x="45330" y="14484"/>
                    <a:pt x="42536" y="13976"/>
                  </a:cubicBezTo>
                  <a:lnTo>
                    <a:pt x="22724" y="10293"/>
                  </a:lnTo>
                  <a:lnTo>
                    <a:pt x="23613" y="5213"/>
                  </a:lnTo>
                  <a:lnTo>
                    <a:pt x="22978" y="10293"/>
                  </a:lnTo>
                  <a:cubicBezTo>
                    <a:pt x="20819" y="10039"/>
                    <a:pt x="19295" y="10039"/>
                    <a:pt x="16755" y="10420"/>
                  </a:cubicBezTo>
                  <a:lnTo>
                    <a:pt x="15866" y="5340"/>
                  </a:lnTo>
                  <a:lnTo>
                    <a:pt x="17517" y="10166"/>
                  </a:lnTo>
                  <a:cubicBezTo>
                    <a:pt x="14977" y="11055"/>
                    <a:pt x="12818" y="12071"/>
                    <a:pt x="7865" y="14992"/>
                  </a:cubicBezTo>
                  <a:cubicBezTo>
                    <a:pt x="5452" y="16389"/>
                    <a:pt x="2277" y="15627"/>
                    <a:pt x="753" y="13214"/>
                  </a:cubicBezTo>
                  <a:cubicBezTo>
                    <a:pt x="-771" y="10801"/>
                    <a:pt x="118" y="7626"/>
                    <a:pt x="2531" y="6102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238204" y="321043"/>
              <a:ext cx="60335" cy="30661"/>
            </a:xfrm>
            <a:custGeom>
              <a:avLst/>
              <a:gdLst/>
              <a:ahLst/>
              <a:cxnLst/>
              <a:rect r="r" b="b" t="t" l="l"/>
              <a:pathLst>
                <a:path h="30661" w="60335">
                  <a:moveTo>
                    <a:pt x="6017" y="19698"/>
                  </a:moveTo>
                  <a:cubicBezTo>
                    <a:pt x="11986" y="20587"/>
                    <a:pt x="15034" y="20714"/>
                    <a:pt x="18209" y="20587"/>
                  </a:cubicBezTo>
                  <a:lnTo>
                    <a:pt x="18463" y="25667"/>
                  </a:lnTo>
                  <a:lnTo>
                    <a:pt x="17701" y="20587"/>
                  </a:lnTo>
                  <a:cubicBezTo>
                    <a:pt x="23670" y="19698"/>
                    <a:pt x="26337" y="18936"/>
                    <a:pt x="29131" y="17920"/>
                  </a:cubicBezTo>
                  <a:lnTo>
                    <a:pt x="30782" y="22746"/>
                  </a:lnTo>
                  <a:lnTo>
                    <a:pt x="28623" y="18047"/>
                  </a:lnTo>
                  <a:cubicBezTo>
                    <a:pt x="33830" y="15634"/>
                    <a:pt x="39037" y="12332"/>
                    <a:pt x="42466" y="9538"/>
                  </a:cubicBezTo>
                  <a:lnTo>
                    <a:pt x="45641" y="13602"/>
                  </a:lnTo>
                  <a:lnTo>
                    <a:pt x="42212" y="9665"/>
                  </a:lnTo>
                  <a:lnTo>
                    <a:pt x="51864" y="1283"/>
                  </a:lnTo>
                  <a:cubicBezTo>
                    <a:pt x="54023" y="-622"/>
                    <a:pt x="57325" y="-368"/>
                    <a:pt x="59103" y="1791"/>
                  </a:cubicBezTo>
                  <a:cubicBezTo>
                    <a:pt x="60881" y="3950"/>
                    <a:pt x="60754" y="7252"/>
                    <a:pt x="58595" y="9030"/>
                  </a:cubicBezTo>
                  <a:lnTo>
                    <a:pt x="48943" y="17412"/>
                  </a:lnTo>
                  <a:cubicBezTo>
                    <a:pt x="48943" y="17412"/>
                    <a:pt x="48816" y="17539"/>
                    <a:pt x="48816" y="17539"/>
                  </a:cubicBezTo>
                  <a:cubicBezTo>
                    <a:pt x="44752" y="20841"/>
                    <a:pt x="38783" y="24524"/>
                    <a:pt x="32814" y="27318"/>
                  </a:cubicBezTo>
                  <a:cubicBezTo>
                    <a:pt x="32687" y="27445"/>
                    <a:pt x="32560" y="27445"/>
                    <a:pt x="32306" y="27572"/>
                  </a:cubicBezTo>
                  <a:cubicBezTo>
                    <a:pt x="28750" y="28842"/>
                    <a:pt x="25448" y="29604"/>
                    <a:pt x="19098" y="30620"/>
                  </a:cubicBezTo>
                  <a:cubicBezTo>
                    <a:pt x="18844" y="30620"/>
                    <a:pt x="18717" y="30620"/>
                    <a:pt x="18463" y="30620"/>
                  </a:cubicBezTo>
                  <a:cubicBezTo>
                    <a:pt x="14526" y="30747"/>
                    <a:pt x="10843" y="30620"/>
                    <a:pt x="4366" y="29604"/>
                  </a:cubicBezTo>
                  <a:cubicBezTo>
                    <a:pt x="1572" y="29223"/>
                    <a:pt x="-333" y="26556"/>
                    <a:pt x="48" y="23762"/>
                  </a:cubicBezTo>
                  <a:cubicBezTo>
                    <a:pt x="429" y="20968"/>
                    <a:pt x="3096" y="19063"/>
                    <a:pt x="5890" y="19444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311081" y="254267"/>
              <a:ext cx="43753" cy="34357"/>
            </a:xfrm>
            <a:custGeom>
              <a:avLst/>
              <a:gdLst/>
              <a:ahLst/>
              <a:cxnLst/>
              <a:rect r="r" b="b" t="t" l="l"/>
              <a:pathLst>
                <a:path h="34357" w="43753">
                  <a:moveTo>
                    <a:pt x="27501" y="25387"/>
                  </a:moveTo>
                  <a:cubicBezTo>
                    <a:pt x="30930" y="21958"/>
                    <a:pt x="32581" y="19926"/>
                    <a:pt x="33851" y="17386"/>
                  </a:cubicBezTo>
                  <a:lnTo>
                    <a:pt x="38423" y="19799"/>
                  </a:lnTo>
                  <a:lnTo>
                    <a:pt x="33343" y="18656"/>
                  </a:lnTo>
                  <a:cubicBezTo>
                    <a:pt x="33851" y="16497"/>
                    <a:pt x="33724" y="15608"/>
                    <a:pt x="33597" y="14846"/>
                  </a:cubicBezTo>
                  <a:lnTo>
                    <a:pt x="38677" y="13957"/>
                  </a:lnTo>
                  <a:lnTo>
                    <a:pt x="33724" y="15608"/>
                  </a:lnTo>
                  <a:cubicBezTo>
                    <a:pt x="33343" y="14592"/>
                    <a:pt x="32835" y="13449"/>
                    <a:pt x="32200" y="12687"/>
                  </a:cubicBezTo>
                  <a:lnTo>
                    <a:pt x="36391" y="9639"/>
                  </a:lnTo>
                  <a:lnTo>
                    <a:pt x="32708" y="13195"/>
                  </a:lnTo>
                  <a:cubicBezTo>
                    <a:pt x="32073" y="12560"/>
                    <a:pt x="30041" y="11163"/>
                    <a:pt x="28136" y="10401"/>
                  </a:cubicBezTo>
                  <a:lnTo>
                    <a:pt x="30041" y="5575"/>
                  </a:lnTo>
                  <a:lnTo>
                    <a:pt x="29025" y="10655"/>
                  </a:lnTo>
                  <a:cubicBezTo>
                    <a:pt x="26866" y="10274"/>
                    <a:pt x="24453" y="10147"/>
                    <a:pt x="22675" y="10401"/>
                  </a:cubicBezTo>
                  <a:lnTo>
                    <a:pt x="21786" y="5321"/>
                  </a:lnTo>
                  <a:lnTo>
                    <a:pt x="23691" y="10020"/>
                  </a:lnTo>
                  <a:cubicBezTo>
                    <a:pt x="21913" y="10782"/>
                    <a:pt x="19246" y="12179"/>
                    <a:pt x="7943" y="19672"/>
                  </a:cubicBezTo>
                  <a:cubicBezTo>
                    <a:pt x="5530" y="21196"/>
                    <a:pt x="2355" y="20561"/>
                    <a:pt x="831" y="18275"/>
                  </a:cubicBezTo>
                  <a:cubicBezTo>
                    <a:pt x="-693" y="15989"/>
                    <a:pt x="-58" y="12687"/>
                    <a:pt x="2228" y="11163"/>
                  </a:cubicBezTo>
                  <a:cubicBezTo>
                    <a:pt x="13404" y="3797"/>
                    <a:pt x="16833" y="1765"/>
                    <a:pt x="19754" y="622"/>
                  </a:cubicBezTo>
                  <a:cubicBezTo>
                    <a:pt x="20135" y="495"/>
                    <a:pt x="20389" y="368"/>
                    <a:pt x="20770" y="368"/>
                  </a:cubicBezTo>
                  <a:cubicBezTo>
                    <a:pt x="24072" y="-267"/>
                    <a:pt x="27755" y="-13"/>
                    <a:pt x="30803" y="622"/>
                  </a:cubicBezTo>
                  <a:cubicBezTo>
                    <a:pt x="31184" y="622"/>
                    <a:pt x="31438" y="749"/>
                    <a:pt x="31692" y="876"/>
                  </a:cubicBezTo>
                  <a:cubicBezTo>
                    <a:pt x="34740" y="2019"/>
                    <a:pt x="37915" y="4178"/>
                    <a:pt x="39820" y="6083"/>
                  </a:cubicBezTo>
                  <a:cubicBezTo>
                    <a:pt x="39947" y="6210"/>
                    <a:pt x="40201" y="6464"/>
                    <a:pt x="40328" y="6718"/>
                  </a:cubicBezTo>
                  <a:cubicBezTo>
                    <a:pt x="41598" y="8496"/>
                    <a:pt x="42614" y="10528"/>
                    <a:pt x="43376" y="12560"/>
                  </a:cubicBezTo>
                  <a:cubicBezTo>
                    <a:pt x="43503" y="12814"/>
                    <a:pt x="43503" y="12941"/>
                    <a:pt x="43503" y="13195"/>
                  </a:cubicBezTo>
                  <a:cubicBezTo>
                    <a:pt x="43884" y="15608"/>
                    <a:pt x="43884" y="17894"/>
                    <a:pt x="43122" y="21069"/>
                  </a:cubicBezTo>
                  <a:cubicBezTo>
                    <a:pt x="42995" y="21450"/>
                    <a:pt x="42868" y="21958"/>
                    <a:pt x="42614" y="22339"/>
                  </a:cubicBezTo>
                  <a:cubicBezTo>
                    <a:pt x="40582" y="26276"/>
                    <a:pt x="38169" y="29070"/>
                    <a:pt x="34359" y="32880"/>
                  </a:cubicBezTo>
                  <a:cubicBezTo>
                    <a:pt x="32327" y="34912"/>
                    <a:pt x="29025" y="34785"/>
                    <a:pt x="27120" y="32880"/>
                  </a:cubicBezTo>
                  <a:cubicBezTo>
                    <a:pt x="25215" y="30975"/>
                    <a:pt x="25215" y="27546"/>
                    <a:pt x="27120" y="25641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263955" y="288545"/>
              <a:ext cx="21794" cy="15063"/>
            </a:xfrm>
            <a:custGeom>
              <a:avLst/>
              <a:gdLst/>
              <a:ahLst/>
              <a:cxnLst/>
              <a:rect r="r" b="b" t="t" l="l"/>
              <a:pathLst>
                <a:path h="15063" w="21794">
                  <a:moveTo>
                    <a:pt x="19128" y="9651"/>
                  </a:moveTo>
                  <a:cubicBezTo>
                    <a:pt x="16842" y="10921"/>
                    <a:pt x="12778" y="12572"/>
                    <a:pt x="6936" y="14731"/>
                  </a:cubicBezTo>
                  <a:cubicBezTo>
                    <a:pt x="4269" y="15747"/>
                    <a:pt x="1348" y="14350"/>
                    <a:pt x="332" y="11683"/>
                  </a:cubicBezTo>
                  <a:cubicBezTo>
                    <a:pt x="-684" y="9016"/>
                    <a:pt x="713" y="6095"/>
                    <a:pt x="3380" y="5079"/>
                  </a:cubicBezTo>
                  <a:cubicBezTo>
                    <a:pt x="9222" y="2920"/>
                    <a:pt x="12651" y="1523"/>
                    <a:pt x="14175" y="634"/>
                  </a:cubicBezTo>
                  <a:cubicBezTo>
                    <a:pt x="16715" y="-763"/>
                    <a:pt x="19763" y="253"/>
                    <a:pt x="21160" y="2666"/>
                  </a:cubicBezTo>
                  <a:cubicBezTo>
                    <a:pt x="22557" y="5079"/>
                    <a:pt x="21541" y="8254"/>
                    <a:pt x="19128" y="9651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251836" y="265044"/>
              <a:ext cx="29691" cy="38674"/>
            </a:xfrm>
            <a:custGeom>
              <a:avLst/>
              <a:gdLst/>
              <a:ahLst/>
              <a:cxnLst/>
              <a:rect r="r" b="b" t="t" l="l"/>
              <a:pathLst>
                <a:path h="38674" w="29691">
                  <a:moveTo>
                    <a:pt x="5212" y="5"/>
                  </a:moveTo>
                  <a:cubicBezTo>
                    <a:pt x="9403" y="259"/>
                    <a:pt x="12451" y="513"/>
                    <a:pt x="14864" y="1148"/>
                  </a:cubicBezTo>
                  <a:cubicBezTo>
                    <a:pt x="15118" y="1148"/>
                    <a:pt x="15372" y="1275"/>
                    <a:pt x="15499" y="1402"/>
                  </a:cubicBezTo>
                  <a:cubicBezTo>
                    <a:pt x="18420" y="2545"/>
                    <a:pt x="21087" y="3942"/>
                    <a:pt x="23754" y="6101"/>
                  </a:cubicBezTo>
                  <a:cubicBezTo>
                    <a:pt x="24008" y="6228"/>
                    <a:pt x="24135" y="6482"/>
                    <a:pt x="24389" y="6736"/>
                  </a:cubicBezTo>
                  <a:cubicBezTo>
                    <a:pt x="26421" y="9022"/>
                    <a:pt x="28072" y="11816"/>
                    <a:pt x="28961" y="14102"/>
                  </a:cubicBezTo>
                  <a:cubicBezTo>
                    <a:pt x="29088" y="14356"/>
                    <a:pt x="29088" y="14610"/>
                    <a:pt x="29215" y="14864"/>
                  </a:cubicBezTo>
                  <a:cubicBezTo>
                    <a:pt x="29723" y="17404"/>
                    <a:pt x="29850" y="19817"/>
                    <a:pt x="29469" y="21976"/>
                  </a:cubicBezTo>
                  <a:cubicBezTo>
                    <a:pt x="29342" y="22357"/>
                    <a:pt x="29342" y="22738"/>
                    <a:pt x="29088" y="23119"/>
                  </a:cubicBezTo>
                  <a:cubicBezTo>
                    <a:pt x="27818" y="25913"/>
                    <a:pt x="25405" y="30358"/>
                    <a:pt x="21722" y="36200"/>
                  </a:cubicBezTo>
                  <a:cubicBezTo>
                    <a:pt x="20198" y="38613"/>
                    <a:pt x="17023" y="39375"/>
                    <a:pt x="14610" y="37978"/>
                  </a:cubicBezTo>
                  <a:cubicBezTo>
                    <a:pt x="12197" y="36581"/>
                    <a:pt x="11435" y="33279"/>
                    <a:pt x="12832" y="30866"/>
                  </a:cubicBezTo>
                  <a:cubicBezTo>
                    <a:pt x="16388" y="25024"/>
                    <a:pt x="18547" y="21087"/>
                    <a:pt x="19563" y="18928"/>
                  </a:cubicBezTo>
                  <a:lnTo>
                    <a:pt x="24262" y="20960"/>
                  </a:lnTo>
                  <a:lnTo>
                    <a:pt x="19182" y="20071"/>
                  </a:lnTo>
                  <a:cubicBezTo>
                    <a:pt x="19309" y="19436"/>
                    <a:pt x="19309" y="18547"/>
                    <a:pt x="19055" y="17023"/>
                  </a:cubicBezTo>
                  <a:lnTo>
                    <a:pt x="24135" y="15880"/>
                  </a:lnTo>
                  <a:lnTo>
                    <a:pt x="19309" y="17658"/>
                  </a:lnTo>
                  <a:cubicBezTo>
                    <a:pt x="18928" y="16642"/>
                    <a:pt x="17912" y="14991"/>
                    <a:pt x="16769" y="13594"/>
                  </a:cubicBezTo>
                  <a:lnTo>
                    <a:pt x="20579" y="10165"/>
                  </a:lnTo>
                  <a:lnTo>
                    <a:pt x="17404" y="14229"/>
                  </a:lnTo>
                  <a:cubicBezTo>
                    <a:pt x="15626" y="12832"/>
                    <a:pt x="13975" y="11816"/>
                    <a:pt x="11943" y="11054"/>
                  </a:cubicBezTo>
                  <a:lnTo>
                    <a:pt x="13848" y="6228"/>
                  </a:lnTo>
                  <a:lnTo>
                    <a:pt x="12705" y="11181"/>
                  </a:lnTo>
                  <a:cubicBezTo>
                    <a:pt x="11181" y="10800"/>
                    <a:pt x="8895" y="10546"/>
                    <a:pt x="4958" y="10292"/>
                  </a:cubicBezTo>
                  <a:cubicBezTo>
                    <a:pt x="2164" y="10165"/>
                    <a:pt x="-122" y="7752"/>
                    <a:pt x="5" y="4958"/>
                  </a:cubicBezTo>
                  <a:cubicBezTo>
                    <a:pt x="132" y="2164"/>
                    <a:pt x="2545" y="-122"/>
                    <a:pt x="5339" y="5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214249" y="122555"/>
              <a:ext cx="121285" cy="121412"/>
            </a:xfrm>
            <a:custGeom>
              <a:avLst/>
              <a:gdLst/>
              <a:ahLst/>
              <a:cxnLst/>
              <a:rect r="r" b="b" t="t" l="l"/>
              <a:pathLst>
                <a:path h="121412" w="121285">
                  <a:moveTo>
                    <a:pt x="121285" y="60706"/>
                  </a:moveTo>
                  <a:cubicBezTo>
                    <a:pt x="121285" y="64643"/>
                    <a:pt x="120904" y="68580"/>
                    <a:pt x="120142" y="72517"/>
                  </a:cubicBezTo>
                  <a:lnTo>
                    <a:pt x="115062" y="71501"/>
                  </a:lnTo>
                  <a:lnTo>
                    <a:pt x="120142" y="72517"/>
                  </a:lnTo>
                  <a:cubicBezTo>
                    <a:pt x="119380" y="76454"/>
                    <a:pt x="118237" y="80264"/>
                    <a:pt x="116713" y="83947"/>
                  </a:cubicBezTo>
                  <a:cubicBezTo>
                    <a:pt x="115189" y="87630"/>
                    <a:pt x="113284" y="91059"/>
                    <a:pt x="111125" y="94488"/>
                  </a:cubicBezTo>
                  <a:cubicBezTo>
                    <a:pt x="108966" y="97790"/>
                    <a:pt x="106426" y="100838"/>
                    <a:pt x="103632" y="103632"/>
                  </a:cubicBezTo>
                  <a:lnTo>
                    <a:pt x="99949" y="99949"/>
                  </a:lnTo>
                  <a:lnTo>
                    <a:pt x="103632" y="103632"/>
                  </a:lnTo>
                  <a:cubicBezTo>
                    <a:pt x="100838" y="106426"/>
                    <a:pt x="97790" y="108966"/>
                    <a:pt x="94361" y="111252"/>
                  </a:cubicBezTo>
                  <a:cubicBezTo>
                    <a:pt x="91059" y="113411"/>
                    <a:pt x="87503" y="115316"/>
                    <a:pt x="83820" y="116840"/>
                  </a:cubicBezTo>
                  <a:lnTo>
                    <a:pt x="81788" y="112141"/>
                  </a:lnTo>
                  <a:lnTo>
                    <a:pt x="83820" y="116840"/>
                  </a:lnTo>
                  <a:cubicBezTo>
                    <a:pt x="80137" y="118364"/>
                    <a:pt x="76327" y="119507"/>
                    <a:pt x="72390" y="120269"/>
                  </a:cubicBezTo>
                  <a:lnTo>
                    <a:pt x="71374" y="115189"/>
                  </a:lnTo>
                  <a:lnTo>
                    <a:pt x="72390" y="120269"/>
                  </a:lnTo>
                  <a:cubicBezTo>
                    <a:pt x="68453" y="121031"/>
                    <a:pt x="64516" y="121412"/>
                    <a:pt x="60579" y="121412"/>
                  </a:cubicBezTo>
                  <a:lnTo>
                    <a:pt x="60579" y="116205"/>
                  </a:lnTo>
                  <a:lnTo>
                    <a:pt x="60579" y="121412"/>
                  </a:lnTo>
                  <a:cubicBezTo>
                    <a:pt x="56642" y="121412"/>
                    <a:pt x="52705" y="121031"/>
                    <a:pt x="48768" y="120269"/>
                  </a:cubicBezTo>
                  <a:cubicBezTo>
                    <a:pt x="44831" y="119507"/>
                    <a:pt x="41021" y="118364"/>
                    <a:pt x="37338" y="116840"/>
                  </a:cubicBezTo>
                  <a:cubicBezTo>
                    <a:pt x="33655" y="115316"/>
                    <a:pt x="30099" y="113411"/>
                    <a:pt x="26797" y="111252"/>
                  </a:cubicBezTo>
                  <a:cubicBezTo>
                    <a:pt x="23495" y="109093"/>
                    <a:pt x="20447" y="106553"/>
                    <a:pt x="17653" y="103632"/>
                  </a:cubicBezTo>
                  <a:lnTo>
                    <a:pt x="21336" y="99949"/>
                  </a:lnTo>
                  <a:lnTo>
                    <a:pt x="17653" y="103632"/>
                  </a:lnTo>
                  <a:cubicBezTo>
                    <a:pt x="14859" y="100838"/>
                    <a:pt x="12319" y="97790"/>
                    <a:pt x="10160" y="94488"/>
                  </a:cubicBezTo>
                  <a:cubicBezTo>
                    <a:pt x="8001" y="91186"/>
                    <a:pt x="6096" y="87630"/>
                    <a:pt x="4572" y="83947"/>
                  </a:cubicBezTo>
                  <a:cubicBezTo>
                    <a:pt x="3048" y="80264"/>
                    <a:pt x="1905" y="76454"/>
                    <a:pt x="1143" y="72517"/>
                  </a:cubicBezTo>
                  <a:cubicBezTo>
                    <a:pt x="381" y="68580"/>
                    <a:pt x="0" y="64643"/>
                    <a:pt x="0" y="60706"/>
                  </a:cubicBezTo>
                  <a:lnTo>
                    <a:pt x="5207" y="60706"/>
                  </a:lnTo>
                  <a:lnTo>
                    <a:pt x="0" y="60706"/>
                  </a:lnTo>
                  <a:cubicBezTo>
                    <a:pt x="0" y="56769"/>
                    <a:pt x="381" y="52832"/>
                    <a:pt x="1143" y="48895"/>
                  </a:cubicBezTo>
                  <a:cubicBezTo>
                    <a:pt x="1905" y="44958"/>
                    <a:pt x="3048" y="41148"/>
                    <a:pt x="4572" y="37465"/>
                  </a:cubicBezTo>
                  <a:cubicBezTo>
                    <a:pt x="6096" y="33782"/>
                    <a:pt x="8001" y="30226"/>
                    <a:pt x="10160" y="26924"/>
                  </a:cubicBezTo>
                  <a:cubicBezTo>
                    <a:pt x="12319" y="23622"/>
                    <a:pt x="14859" y="20574"/>
                    <a:pt x="17780" y="17653"/>
                  </a:cubicBezTo>
                  <a:lnTo>
                    <a:pt x="21463" y="21336"/>
                  </a:lnTo>
                  <a:lnTo>
                    <a:pt x="17780" y="17653"/>
                  </a:lnTo>
                  <a:cubicBezTo>
                    <a:pt x="20574" y="14859"/>
                    <a:pt x="23622" y="12319"/>
                    <a:pt x="26924" y="10160"/>
                  </a:cubicBezTo>
                  <a:cubicBezTo>
                    <a:pt x="30226" y="7874"/>
                    <a:pt x="33782" y="6096"/>
                    <a:pt x="37465" y="4572"/>
                  </a:cubicBezTo>
                  <a:cubicBezTo>
                    <a:pt x="41148" y="3048"/>
                    <a:pt x="44958" y="1905"/>
                    <a:pt x="48895" y="1143"/>
                  </a:cubicBezTo>
                  <a:lnTo>
                    <a:pt x="49911" y="6223"/>
                  </a:lnTo>
                  <a:lnTo>
                    <a:pt x="48895" y="1143"/>
                  </a:lnTo>
                  <a:cubicBezTo>
                    <a:pt x="52832" y="381"/>
                    <a:pt x="56769" y="0"/>
                    <a:pt x="60706" y="0"/>
                  </a:cubicBezTo>
                  <a:lnTo>
                    <a:pt x="60706" y="5207"/>
                  </a:lnTo>
                  <a:lnTo>
                    <a:pt x="60706" y="0"/>
                  </a:lnTo>
                  <a:cubicBezTo>
                    <a:pt x="64643" y="0"/>
                    <a:pt x="68580" y="381"/>
                    <a:pt x="72517" y="1143"/>
                  </a:cubicBezTo>
                  <a:lnTo>
                    <a:pt x="71501" y="6223"/>
                  </a:lnTo>
                  <a:lnTo>
                    <a:pt x="72517" y="1143"/>
                  </a:lnTo>
                  <a:cubicBezTo>
                    <a:pt x="76454" y="1905"/>
                    <a:pt x="80264" y="3048"/>
                    <a:pt x="83947" y="4572"/>
                  </a:cubicBezTo>
                  <a:lnTo>
                    <a:pt x="81915" y="9271"/>
                  </a:lnTo>
                  <a:lnTo>
                    <a:pt x="83947" y="4572"/>
                  </a:lnTo>
                  <a:cubicBezTo>
                    <a:pt x="87630" y="6096"/>
                    <a:pt x="91186" y="8001"/>
                    <a:pt x="94488" y="10160"/>
                  </a:cubicBezTo>
                  <a:lnTo>
                    <a:pt x="91567" y="14478"/>
                  </a:lnTo>
                  <a:lnTo>
                    <a:pt x="94488" y="10160"/>
                  </a:lnTo>
                  <a:cubicBezTo>
                    <a:pt x="97790" y="12319"/>
                    <a:pt x="100838" y="14859"/>
                    <a:pt x="103632" y="17653"/>
                  </a:cubicBezTo>
                  <a:lnTo>
                    <a:pt x="99949" y="21336"/>
                  </a:lnTo>
                  <a:lnTo>
                    <a:pt x="103632" y="17653"/>
                  </a:lnTo>
                  <a:cubicBezTo>
                    <a:pt x="106426" y="20447"/>
                    <a:pt x="108966" y="23495"/>
                    <a:pt x="111125" y="26924"/>
                  </a:cubicBezTo>
                  <a:lnTo>
                    <a:pt x="106807" y="29718"/>
                  </a:lnTo>
                  <a:lnTo>
                    <a:pt x="111125" y="26797"/>
                  </a:lnTo>
                  <a:cubicBezTo>
                    <a:pt x="113284" y="30099"/>
                    <a:pt x="115189" y="33655"/>
                    <a:pt x="116713" y="37338"/>
                  </a:cubicBezTo>
                  <a:cubicBezTo>
                    <a:pt x="118237" y="41021"/>
                    <a:pt x="119380" y="44831"/>
                    <a:pt x="120142" y="48768"/>
                  </a:cubicBezTo>
                  <a:lnTo>
                    <a:pt x="115062" y="49784"/>
                  </a:lnTo>
                  <a:lnTo>
                    <a:pt x="120142" y="48768"/>
                  </a:lnTo>
                  <a:cubicBezTo>
                    <a:pt x="120904" y="52705"/>
                    <a:pt x="121285" y="56642"/>
                    <a:pt x="121285" y="60579"/>
                  </a:cubicBezTo>
                  <a:lnTo>
                    <a:pt x="116078" y="60579"/>
                  </a:lnTo>
                  <a:lnTo>
                    <a:pt x="121285" y="60579"/>
                  </a:lnTo>
                  <a:moveTo>
                    <a:pt x="110998" y="60579"/>
                  </a:moveTo>
                  <a:cubicBezTo>
                    <a:pt x="110998" y="57277"/>
                    <a:pt x="110617" y="53975"/>
                    <a:pt x="109982" y="50800"/>
                  </a:cubicBezTo>
                  <a:cubicBezTo>
                    <a:pt x="109347" y="47498"/>
                    <a:pt x="108331" y="44450"/>
                    <a:pt x="107061" y="41275"/>
                  </a:cubicBezTo>
                  <a:lnTo>
                    <a:pt x="111760" y="39370"/>
                  </a:lnTo>
                  <a:lnTo>
                    <a:pt x="107061" y="41402"/>
                  </a:lnTo>
                  <a:cubicBezTo>
                    <a:pt x="105791" y="38354"/>
                    <a:pt x="104267" y="35433"/>
                    <a:pt x="102362" y="32639"/>
                  </a:cubicBezTo>
                  <a:cubicBezTo>
                    <a:pt x="100584" y="29845"/>
                    <a:pt x="98425" y="27305"/>
                    <a:pt x="96139" y="25019"/>
                  </a:cubicBezTo>
                  <a:cubicBezTo>
                    <a:pt x="93853" y="22733"/>
                    <a:pt x="91313" y="20574"/>
                    <a:pt x="88519" y="18796"/>
                  </a:cubicBezTo>
                  <a:cubicBezTo>
                    <a:pt x="85725" y="17018"/>
                    <a:pt x="82931" y="15367"/>
                    <a:pt x="79756" y="14097"/>
                  </a:cubicBezTo>
                  <a:cubicBezTo>
                    <a:pt x="76708" y="12827"/>
                    <a:pt x="73533" y="11811"/>
                    <a:pt x="70358" y="11176"/>
                  </a:cubicBezTo>
                  <a:cubicBezTo>
                    <a:pt x="67183" y="10541"/>
                    <a:pt x="63881" y="10160"/>
                    <a:pt x="60579" y="10160"/>
                  </a:cubicBezTo>
                  <a:cubicBezTo>
                    <a:pt x="57277" y="10160"/>
                    <a:pt x="53975" y="10414"/>
                    <a:pt x="50800" y="11176"/>
                  </a:cubicBezTo>
                  <a:cubicBezTo>
                    <a:pt x="47498" y="11811"/>
                    <a:pt x="44450" y="12827"/>
                    <a:pt x="41275" y="14097"/>
                  </a:cubicBezTo>
                  <a:lnTo>
                    <a:pt x="39243" y="9398"/>
                  </a:lnTo>
                  <a:lnTo>
                    <a:pt x="41275" y="14097"/>
                  </a:lnTo>
                  <a:cubicBezTo>
                    <a:pt x="38227" y="15367"/>
                    <a:pt x="35306" y="16891"/>
                    <a:pt x="32512" y="18796"/>
                  </a:cubicBezTo>
                  <a:lnTo>
                    <a:pt x="29591" y="14478"/>
                  </a:lnTo>
                  <a:lnTo>
                    <a:pt x="32512" y="18796"/>
                  </a:lnTo>
                  <a:cubicBezTo>
                    <a:pt x="29718" y="20701"/>
                    <a:pt x="27178" y="22733"/>
                    <a:pt x="24892" y="25019"/>
                  </a:cubicBezTo>
                  <a:cubicBezTo>
                    <a:pt x="22606" y="27305"/>
                    <a:pt x="20447" y="29845"/>
                    <a:pt x="18669" y="32639"/>
                  </a:cubicBezTo>
                  <a:lnTo>
                    <a:pt x="14351" y="29845"/>
                  </a:lnTo>
                  <a:lnTo>
                    <a:pt x="18669" y="32639"/>
                  </a:lnTo>
                  <a:cubicBezTo>
                    <a:pt x="16891" y="35433"/>
                    <a:pt x="15240" y="38354"/>
                    <a:pt x="13970" y="41402"/>
                  </a:cubicBezTo>
                  <a:lnTo>
                    <a:pt x="9271" y="39370"/>
                  </a:lnTo>
                  <a:lnTo>
                    <a:pt x="13970" y="41275"/>
                  </a:lnTo>
                  <a:cubicBezTo>
                    <a:pt x="12700" y="44323"/>
                    <a:pt x="11684" y="47498"/>
                    <a:pt x="11049" y="50800"/>
                  </a:cubicBezTo>
                  <a:lnTo>
                    <a:pt x="5969" y="49784"/>
                  </a:lnTo>
                  <a:lnTo>
                    <a:pt x="11049" y="50800"/>
                  </a:lnTo>
                  <a:cubicBezTo>
                    <a:pt x="10414" y="54102"/>
                    <a:pt x="10033" y="57277"/>
                    <a:pt x="10033" y="60706"/>
                  </a:cubicBezTo>
                  <a:cubicBezTo>
                    <a:pt x="10033" y="64135"/>
                    <a:pt x="10414" y="67310"/>
                    <a:pt x="11049" y="70612"/>
                  </a:cubicBezTo>
                  <a:lnTo>
                    <a:pt x="5969" y="71628"/>
                  </a:lnTo>
                  <a:lnTo>
                    <a:pt x="11049" y="70612"/>
                  </a:lnTo>
                  <a:cubicBezTo>
                    <a:pt x="11684" y="73914"/>
                    <a:pt x="12700" y="76962"/>
                    <a:pt x="13970" y="80137"/>
                  </a:cubicBezTo>
                  <a:lnTo>
                    <a:pt x="9271" y="82042"/>
                  </a:lnTo>
                  <a:lnTo>
                    <a:pt x="13970" y="80010"/>
                  </a:lnTo>
                  <a:cubicBezTo>
                    <a:pt x="15240" y="83058"/>
                    <a:pt x="16764" y="85979"/>
                    <a:pt x="18669" y="88773"/>
                  </a:cubicBezTo>
                  <a:lnTo>
                    <a:pt x="14351" y="91567"/>
                  </a:lnTo>
                  <a:lnTo>
                    <a:pt x="18669" y="88646"/>
                  </a:lnTo>
                  <a:cubicBezTo>
                    <a:pt x="20574" y="91440"/>
                    <a:pt x="22606" y="93980"/>
                    <a:pt x="24892" y="96266"/>
                  </a:cubicBezTo>
                  <a:cubicBezTo>
                    <a:pt x="27178" y="98552"/>
                    <a:pt x="29718" y="100711"/>
                    <a:pt x="32512" y="102489"/>
                  </a:cubicBezTo>
                  <a:lnTo>
                    <a:pt x="29591" y="106807"/>
                  </a:lnTo>
                  <a:lnTo>
                    <a:pt x="32385" y="102489"/>
                  </a:lnTo>
                  <a:cubicBezTo>
                    <a:pt x="35179" y="104267"/>
                    <a:pt x="38100" y="105918"/>
                    <a:pt x="41148" y="107188"/>
                  </a:cubicBezTo>
                  <a:lnTo>
                    <a:pt x="39116" y="111887"/>
                  </a:lnTo>
                  <a:lnTo>
                    <a:pt x="41148" y="107188"/>
                  </a:lnTo>
                  <a:cubicBezTo>
                    <a:pt x="44196" y="108458"/>
                    <a:pt x="47371" y="109474"/>
                    <a:pt x="50673" y="110109"/>
                  </a:cubicBezTo>
                  <a:lnTo>
                    <a:pt x="49657" y="115189"/>
                  </a:lnTo>
                  <a:lnTo>
                    <a:pt x="50673" y="110109"/>
                  </a:lnTo>
                  <a:cubicBezTo>
                    <a:pt x="53975" y="110744"/>
                    <a:pt x="57150" y="111125"/>
                    <a:pt x="60452" y="111125"/>
                  </a:cubicBezTo>
                  <a:cubicBezTo>
                    <a:pt x="63754" y="111125"/>
                    <a:pt x="67056" y="110744"/>
                    <a:pt x="70231" y="110109"/>
                  </a:cubicBezTo>
                  <a:cubicBezTo>
                    <a:pt x="73533" y="109474"/>
                    <a:pt x="76581" y="108458"/>
                    <a:pt x="79629" y="107188"/>
                  </a:cubicBezTo>
                  <a:cubicBezTo>
                    <a:pt x="82677" y="105918"/>
                    <a:pt x="85598" y="104394"/>
                    <a:pt x="88392" y="102489"/>
                  </a:cubicBezTo>
                  <a:lnTo>
                    <a:pt x="91186" y="106807"/>
                  </a:lnTo>
                  <a:lnTo>
                    <a:pt x="88265" y="102489"/>
                  </a:lnTo>
                  <a:cubicBezTo>
                    <a:pt x="91059" y="100584"/>
                    <a:pt x="93599" y="98552"/>
                    <a:pt x="95885" y="96266"/>
                  </a:cubicBezTo>
                  <a:cubicBezTo>
                    <a:pt x="98171" y="93980"/>
                    <a:pt x="100330" y="91440"/>
                    <a:pt x="102108" y="88646"/>
                  </a:cubicBezTo>
                  <a:lnTo>
                    <a:pt x="106426" y="91567"/>
                  </a:lnTo>
                  <a:lnTo>
                    <a:pt x="102108" y="88773"/>
                  </a:lnTo>
                  <a:cubicBezTo>
                    <a:pt x="104013" y="85979"/>
                    <a:pt x="105537" y="83058"/>
                    <a:pt x="106807" y="80010"/>
                  </a:cubicBezTo>
                  <a:lnTo>
                    <a:pt x="111506" y="82042"/>
                  </a:lnTo>
                  <a:lnTo>
                    <a:pt x="106807" y="80137"/>
                  </a:lnTo>
                  <a:cubicBezTo>
                    <a:pt x="108077" y="77089"/>
                    <a:pt x="109093" y="73914"/>
                    <a:pt x="109728" y="70612"/>
                  </a:cubicBezTo>
                  <a:cubicBezTo>
                    <a:pt x="110363" y="67310"/>
                    <a:pt x="110744" y="64135"/>
                    <a:pt x="110744" y="60833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269362" y="143378"/>
              <a:ext cx="10679" cy="17791"/>
            </a:xfrm>
            <a:custGeom>
              <a:avLst/>
              <a:gdLst/>
              <a:ahLst/>
              <a:cxnLst/>
              <a:rect r="r" b="b" t="t" l="l"/>
              <a:pathLst>
                <a:path h="17791" w="10679">
                  <a:moveTo>
                    <a:pt x="10292" y="4831"/>
                  </a:moveTo>
                  <a:lnTo>
                    <a:pt x="10673" y="12324"/>
                  </a:lnTo>
                  <a:cubicBezTo>
                    <a:pt x="10800" y="15118"/>
                    <a:pt x="8641" y="17658"/>
                    <a:pt x="5847" y="17785"/>
                  </a:cubicBezTo>
                  <a:cubicBezTo>
                    <a:pt x="3053" y="17912"/>
                    <a:pt x="513" y="15753"/>
                    <a:pt x="386" y="12959"/>
                  </a:cubicBezTo>
                  <a:lnTo>
                    <a:pt x="5" y="5466"/>
                  </a:lnTo>
                  <a:cubicBezTo>
                    <a:pt x="-122" y="2672"/>
                    <a:pt x="2037" y="132"/>
                    <a:pt x="4831" y="5"/>
                  </a:cubicBezTo>
                  <a:cubicBezTo>
                    <a:pt x="7625" y="-122"/>
                    <a:pt x="10165" y="2037"/>
                    <a:pt x="10292" y="4831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254185" y="195338"/>
              <a:ext cx="25347" cy="21206"/>
            </a:xfrm>
            <a:custGeom>
              <a:avLst/>
              <a:gdLst/>
              <a:ahLst/>
              <a:cxnLst/>
              <a:rect r="r" b="b" t="t" l="l"/>
              <a:pathLst>
                <a:path h="21206" w="25347">
                  <a:moveTo>
                    <a:pt x="9975" y="3671"/>
                  </a:moveTo>
                  <a:cubicBezTo>
                    <a:pt x="10610" y="5830"/>
                    <a:pt x="11880" y="7608"/>
                    <a:pt x="13785" y="9005"/>
                  </a:cubicBezTo>
                  <a:lnTo>
                    <a:pt x="10737" y="13196"/>
                  </a:lnTo>
                  <a:lnTo>
                    <a:pt x="13785" y="9005"/>
                  </a:lnTo>
                  <a:cubicBezTo>
                    <a:pt x="15690" y="10402"/>
                    <a:pt x="17722" y="10910"/>
                    <a:pt x="20008" y="10910"/>
                  </a:cubicBezTo>
                  <a:cubicBezTo>
                    <a:pt x="22802" y="10783"/>
                    <a:pt x="25215" y="13069"/>
                    <a:pt x="25342" y="15863"/>
                  </a:cubicBezTo>
                  <a:cubicBezTo>
                    <a:pt x="25469" y="18657"/>
                    <a:pt x="23183" y="21070"/>
                    <a:pt x="20389" y="21197"/>
                  </a:cubicBezTo>
                  <a:cubicBezTo>
                    <a:pt x="15817" y="21324"/>
                    <a:pt x="11626" y="20054"/>
                    <a:pt x="7816" y="17387"/>
                  </a:cubicBezTo>
                  <a:cubicBezTo>
                    <a:pt x="4133" y="14720"/>
                    <a:pt x="1466" y="11164"/>
                    <a:pt x="196" y="6719"/>
                  </a:cubicBezTo>
                  <a:cubicBezTo>
                    <a:pt x="-566" y="4052"/>
                    <a:pt x="958" y="1131"/>
                    <a:pt x="3625" y="242"/>
                  </a:cubicBezTo>
                  <a:cubicBezTo>
                    <a:pt x="6292" y="-647"/>
                    <a:pt x="9213" y="1004"/>
                    <a:pt x="10102" y="3671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269107" y="206369"/>
              <a:ext cx="10806" cy="18045"/>
            </a:xfrm>
            <a:custGeom>
              <a:avLst/>
              <a:gdLst/>
              <a:ahLst/>
              <a:cxnLst/>
              <a:rect r="r" b="b" t="t" l="l"/>
              <a:pathLst>
                <a:path h="18045" w="10806">
                  <a:moveTo>
                    <a:pt x="10293" y="4832"/>
                  </a:moveTo>
                  <a:lnTo>
                    <a:pt x="10801" y="12579"/>
                  </a:lnTo>
                  <a:cubicBezTo>
                    <a:pt x="10928" y="15373"/>
                    <a:pt x="8896" y="17913"/>
                    <a:pt x="5975" y="18040"/>
                  </a:cubicBezTo>
                  <a:cubicBezTo>
                    <a:pt x="3054" y="18167"/>
                    <a:pt x="641" y="16135"/>
                    <a:pt x="514" y="13214"/>
                  </a:cubicBezTo>
                  <a:lnTo>
                    <a:pt x="6" y="5467"/>
                  </a:lnTo>
                  <a:cubicBezTo>
                    <a:pt x="-121" y="2673"/>
                    <a:pt x="1911" y="133"/>
                    <a:pt x="4832" y="6"/>
                  </a:cubicBezTo>
                  <a:cubicBezTo>
                    <a:pt x="7753" y="-121"/>
                    <a:pt x="10166" y="1911"/>
                    <a:pt x="10293" y="4832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270002" y="150995"/>
              <a:ext cx="25332" cy="21530"/>
            </a:xfrm>
            <a:custGeom>
              <a:avLst/>
              <a:gdLst/>
              <a:ahLst/>
              <a:cxnLst/>
              <a:rect r="r" b="b" t="t" l="l"/>
              <a:pathLst>
                <a:path h="21530" w="25332">
                  <a:moveTo>
                    <a:pt x="15113" y="17788"/>
                  </a:moveTo>
                  <a:cubicBezTo>
                    <a:pt x="14478" y="15502"/>
                    <a:pt x="13335" y="13724"/>
                    <a:pt x="11430" y="12327"/>
                  </a:cubicBezTo>
                  <a:lnTo>
                    <a:pt x="14478" y="8263"/>
                  </a:lnTo>
                  <a:lnTo>
                    <a:pt x="11430" y="12327"/>
                  </a:lnTo>
                  <a:cubicBezTo>
                    <a:pt x="9525" y="10930"/>
                    <a:pt x="7493" y="10295"/>
                    <a:pt x="5207" y="10295"/>
                  </a:cubicBezTo>
                  <a:cubicBezTo>
                    <a:pt x="2413" y="10295"/>
                    <a:pt x="0" y="8009"/>
                    <a:pt x="0" y="5215"/>
                  </a:cubicBezTo>
                  <a:cubicBezTo>
                    <a:pt x="0" y="2421"/>
                    <a:pt x="2286" y="8"/>
                    <a:pt x="5080" y="8"/>
                  </a:cubicBezTo>
                  <a:cubicBezTo>
                    <a:pt x="9779" y="-119"/>
                    <a:pt x="13970" y="1278"/>
                    <a:pt x="17653" y="4072"/>
                  </a:cubicBezTo>
                  <a:cubicBezTo>
                    <a:pt x="21336" y="6866"/>
                    <a:pt x="23876" y="10549"/>
                    <a:pt x="25146" y="14994"/>
                  </a:cubicBezTo>
                  <a:cubicBezTo>
                    <a:pt x="25908" y="17788"/>
                    <a:pt x="24257" y="20582"/>
                    <a:pt x="21590" y="21344"/>
                  </a:cubicBezTo>
                  <a:cubicBezTo>
                    <a:pt x="18923" y="22106"/>
                    <a:pt x="16002" y="20455"/>
                    <a:pt x="15240" y="17788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114953" y="262979"/>
              <a:ext cx="52669" cy="39953"/>
            </a:xfrm>
            <a:custGeom>
              <a:avLst/>
              <a:gdLst/>
              <a:ahLst/>
              <a:cxnLst/>
              <a:rect r="r" b="b" t="t" l="l"/>
              <a:pathLst>
                <a:path h="39953" w="52669">
                  <a:moveTo>
                    <a:pt x="2014" y="30518"/>
                  </a:moveTo>
                  <a:lnTo>
                    <a:pt x="44686" y="927"/>
                  </a:lnTo>
                  <a:cubicBezTo>
                    <a:pt x="46972" y="-724"/>
                    <a:pt x="50274" y="-89"/>
                    <a:pt x="51798" y="2197"/>
                  </a:cubicBezTo>
                  <a:cubicBezTo>
                    <a:pt x="53322" y="4483"/>
                    <a:pt x="52814" y="7785"/>
                    <a:pt x="50528" y="9309"/>
                  </a:cubicBezTo>
                  <a:lnTo>
                    <a:pt x="7983" y="39027"/>
                  </a:lnTo>
                  <a:cubicBezTo>
                    <a:pt x="5697" y="40678"/>
                    <a:pt x="2395" y="40043"/>
                    <a:pt x="871" y="37757"/>
                  </a:cubicBezTo>
                  <a:cubicBezTo>
                    <a:pt x="-653" y="35471"/>
                    <a:pt x="-145" y="32169"/>
                    <a:pt x="2141" y="30645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127566" y="334068"/>
              <a:ext cx="41920" cy="31125"/>
            </a:xfrm>
            <a:custGeom>
              <a:avLst/>
              <a:gdLst/>
              <a:ahLst/>
              <a:cxnLst/>
              <a:rect r="r" b="b" t="t" l="l"/>
              <a:pathLst>
                <a:path h="31125" w="41920">
                  <a:moveTo>
                    <a:pt x="2228" y="21786"/>
                  </a:moveTo>
                  <a:lnTo>
                    <a:pt x="33978" y="831"/>
                  </a:lnTo>
                  <a:cubicBezTo>
                    <a:pt x="36391" y="-693"/>
                    <a:pt x="39566" y="-58"/>
                    <a:pt x="41090" y="2228"/>
                  </a:cubicBezTo>
                  <a:cubicBezTo>
                    <a:pt x="42614" y="4514"/>
                    <a:pt x="41979" y="7816"/>
                    <a:pt x="39693" y="9340"/>
                  </a:cubicBezTo>
                  <a:lnTo>
                    <a:pt x="7943" y="30295"/>
                  </a:lnTo>
                  <a:cubicBezTo>
                    <a:pt x="5530" y="31819"/>
                    <a:pt x="2355" y="31184"/>
                    <a:pt x="831" y="28898"/>
                  </a:cubicBezTo>
                  <a:cubicBezTo>
                    <a:pt x="-693" y="26612"/>
                    <a:pt x="-58" y="23310"/>
                    <a:pt x="2228" y="21786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205486" y="293243"/>
              <a:ext cx="68834" cy="10414"/>
            </a:xfrm>
            <a:custGeom>
              <a:avLst/>
              <a:gdLst/>
              <a:ahLst/>
              <a:cxnLst/>
              <a:rect r="r" b="b" t="t" l="l"/>
              <a:pathLst>
                <a:path h="10414" w="68834">
                  <a:moveTo>
                    <a:pt x="5207" y="0"/>
                  </a:moveTo>
                  <a:lnTo>
                    <a:pt x="63627" y="0"/>
                  </a:lnTo>
                  <a:cubicBezTo>
                    <a:pt x="66421" y="0"/>
                    <a:pt x="68834" y="2286"/>
                    <a:pt x="68834" y="5207"/>
                  </a:cubicBezTo>
                  <a:cubicBezTo>
                    <a:pt x="68834" y="8128"/>
                    <a:pt x="66548" y="10414"/>
                    <a:pt x="63627" y="10414"/>
                  </a:cubicBezTo>
                  <a:lnTo>
                    <a:pt x="5207" y="10414"/>
                  </a:lnTo>
                  <a:cubicBezTo>
                    <a:pt x="2413" y="10414"/>
                    <a:pt x="0" y="8128"/>
                    <a:pt x="0" y="5207"/>
                  </a:cubicBezTo>
                  <a:cubicBezTo>
                    <a:pt x="0" y="2286"/>
                    <a:pt x="2286" y="0"/>
                    <a:pt x="5207" y="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197399" y="332400"/>
              <a:ext cx="51227" cy="18715"/>
            </a:xfrm>
            <a:custGeom>
              <a:avLst/>
              <a:gdLst/>
              <a:ahLst/>
              <a:cxnLst/>
              <a:rect r="r" b="b" t="t" l="l"/>
              <a:pathLst>
                <a:path h="18715" w="51227">
                  <a:moveTo>
                    <a:pt x="6182" y="86"/>
                  </a:moveTo>
                  <a:lnTo>
                    <a:pt x="47076" y="8468"/>
                  </a:lnTo>
                  <a:cubicBezTo>
                    <a:pt x="49870" y="9103"/>
                    <a:pt x="51648" y="11770"/>
                    <a:pt x="51140" y="14564"/>
                  </a:cubicBezTo>
                  <a:cubicBezTo>
                    <a:pt x="50632" y="17358"/>
                    <a:pt x="47838" y="19136"/>
                    <a:pt x="45044" y="18628"/>
                  </a:cubicBezTo>
                  <a:lnTo>
                    <a:pt x="4150" y="10246"/>
                  </a:lnTo>
                  <a:cubicBezTo>
                    <a:pt x="1356" y="9611"/>
                    <a:pt x="-422" y="6944"/>
                    <a:pt x="86" y="4150"/>
                  </a:cubicBezTo>
                  <a:cubicBezTo>
                    <a:pt x="594" y="1356"/>
                    <a:pt x="3388" y="-422"/>
                    <a:pt x="6182" y="86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288519" y="278232"/>
              <a:ext cx="58725" cy="53264"/>
            </a:xfrm>
            <a:custGeom>
              <a:avLst/>
              <a:gdLst/>
              <a:ahLst/>
              <a:cxnLst/>
              <a:rect r="r" b="b" t="t" l="l"/>
              <a:pathLst>
                <a:path h="53264" w="58725">
                  <a:moveTo>
                    <a:pt x="1676" y="44348"/>
                  </a:moveTo>
                  <a:lnTo>
                    <a:pt x="50190" y="1295"/>
                  </a:lnTo>
                  <a:cubicBezTo>
                    <a:pt x="52349" y="-610"/>
                    <a:pt x="55524" y="-356"/>
                    <a:pt x="57429" y="1676"/>
                  </a:cubicBezTo>
                  <a:cubicBezTo>
                    <a:pt x="59334" y="3708"/>
                    <a:pt x="59080" y="7010"/>
                    <a:pt x="57048" y="8915"/>
                  </a:cubicBezTo>
                  <a:lnTo>
                    <a:pt x="8534" y="51968"/>
                  </a:lnTo>
                  <a:cubicBezTo>
                    <a:pt x="6375" y="53873"/>
                    <a:pt x="3200" y="53619"/>
                    <a:pt x="1295" y="51587"/>
                  </a:cubicBezTo>
                  <a:cubicBezTo>
                    <a:pt x="-610" y="49555"/>
                    <a:pt x="-356" y="46253"/>
                    <a:pt x="1676" y="44348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275521" y="264599"/>
              <a:ext cx="45857" cy="34173"/>
            </a:xfrm>
            <a:custGeom>
              <a:avLst/>
              <a:gdLst/>
              <a:ahLst/>
              <a:cxnLst/>
              <a:rect r="r" b="b" t="t" l="l"/>
              <a:pathLst>
                <a:path h="34173" w="45857">
                  <a:moveTo>
                    <a:pt x="43630" y="9340"/>
                  </a:moveTo>
                  <a:lnTo>
                    <a:pt x="7943" y="33343"/>
                  </a:lnTo>
                  <a:cubicBezTo>
                    <a:pt x="5530" y="34867"/>
                    <a:pt x="2355" y="34232"/>
                    <a:pt x="831" y="31946"/>
                  </a:cubicBezTo>
                  <a:cubicBezTo>
                    <a:pt x="-693" y="29660"/>
                    <a:pt x="-58" y="26358"/>
                    <a:pt x="2228" y="24834"/>
                  </a:cubicBezTo>
                  <a:lnTo>
                    <a:pt x="37915" y="831"/>
                  </a:lnTo>
                  <a:cubicBezTo>
                    <a:pt x="40328" y="-693"/>
                    <a:pt x="43503" y="-58"/>
                    <a:pt x="45027" y="2228"/>
                  </a:cubicBezTo>
                  <a:cubicBezTo>
                    <a:pt x="46551" y="4514"/>
                    <a:pt x="45916" y="7816"/>
                    <a:pt x="43630" y="934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157206" y="255235"/>
              <a:ext cx="44008" cy="17835"/>
            </a:xfrm>
            <a:custGeom>
              <a:avLst/>
              <a:gdLst/>
              <a:ahLst/>
              <a:cxnLst/>
              <a:rect r="r" b="b" t="t" l="l"/>
              <a:pathLst>
                <a:path h="17835" w="44008">
                  <a:moveTo>
                    <a:pt x="2560" y="8417"/>
                  </a:moveTo>
                  <a:cubicBezTo>
                    <a:pt x="13863" y="1559"/>
                    <a:pt x="26309" y="-1108"/>
                    <a:pt x="39517" y="416"/>
                  </a:cubicBezTo>
                  <a:cubicBezTo>
                    <a:pt x="42311" y="797"/>
                    <a:pt x="44343" y="3337"/>
                    <a:pt x="43962" y="6131"/>
                  </a:cubicBezTo>
                  <a:cubicBezTo>
                    <a:pt x="43581" y="8925"/>
                    <a:pt x="41041" y="10957"/>
                    <a:pt x="38247" y="10576"/>
                  </a:cubicBezTo>
                  <a:cubicBezTo>
                    <a:pt x="27325" y="9179"/>
                    <a:pt x="17292" y="11338"/>
                    <a:pt x="7894" y="17053"/>
                  </a:cubicBezTo>
                  <a:cubicBezTo>
                    <a:pt x="5481" y="18577"/>
                    <a:pt x="2306" y="17815"/>
                    <a:pt x="782" y="15275"/>
                  </a:cubicBezTo>
                  <a:cubicBezTo>
                    <a:pt x="-742" y="12735"/>
                    <a:pt x="20" y="9687"/>
                    <a:pt x="2560" y="8163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190833" y="255603"/>
              <a:ext cx="70920" cy="19808"/>
            </a:xfrm>
            <a:custGeom>
              <a:avLst/>
              <a:gdLst/>
              <a:ahLst/>
              <a:cxnLst/>
              <a:rect r="r" b="b" t="t" l="l"/>
              <a:pathLst>
                <a:path h="19808" w="70920">
                  <a:moveTo>
                    <a:pt x="6017" y="48"/>
                  </a:moveTo>
                  <a:cubicBezTo>
                    <a:pt x="13256" y="1064"/>
                    <a:pt x="20368" y="2715"/>
                    <a:pt x="27226" y="4366"/>
                  </a:cubicBezTo>
                  <a:cubicBezTo>
                    <a:pt x="34084" y="6017"/>
                    <a:pt x="40942" y="7541"/>
                    <a:pt x="47673" y="8557"/>
                  </a:cubicBezTo>
                  <a:cubicBezTo>
                    <a:pt x="53769" y="9446"/>
                    <a:pt x="59738" y="9827"/>
                    <a:pt x="65453" y="9446"/>
                  </a:cubicBezTo>
                  <a:cubicBezTo>
                    <a:pt x="68247" y="9192"/>
                    <a:pt x="70787" y="11351"/>
                    <a:pt x="70914" y="14145"/>
                  </a:cubicBezTo>
                  <a:cubicBezTo>
                    <a:pt x="71041" y="16939"/>
                    <a:pt x="69009" y="19479"/>
                    <a:pt x="66215" y="19606"/>
                  </a:cubicBezTo>
                  <a:cubicBezTo>
                    <a:pt x="59357" y="20114"/>
                    <a:pt x="52626" y="19606"/>
                    <a:pt x="46149" y="18717"/>
                  </a:cubicBezTo>
                  <a:cubicBezTo>
                    <a:pt x="38910" y="17701"/>
                    <a:pt x="31798" y="16050"/>
                    <a:pt x="24813" y="14399"/>
                  </a:cubicBezTo>
                  <a:cubicBezTo>
                    <a:pt x="17828" y="12748"/>
                    <a:pt x="11097" y="11224"/>
                    <a:pt x="4366" y="10208"/>
                  </a:cubicBezTo>
                  <a:cubicBezTo>
                    <a:pt x="1572" y="9827"/>
                    <a:pt x="-333" y="7160"/>
                    <a:pt x="48" y="4366"/>
                  </a:cubicBezTo>
                  <a:cubicBezTo>
                    <a:pt x="429" y="1572"/>
                    <a:pt x="3096" y="-333"/>
                    <a:pt x="5890" y="48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555622" y="3251197"/>
            <a:ext cx="479422" cy="469897"/>
            <a:chOff x="0" y="0"/>
            <a:chExt cx="479425" cy="4699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68199" y="68199"/>
              <a:ext cx="343027" cy="333375"/>
            </a:xfrm>
            <a:custGeom>
              <a:avLst/>
              <a:gdLst/>
              <a:ahLst/>
              <a:cxnLst/>
              <a:rect r="r" b="b" t="t" l="l"/>
              <a:pathLst>
                <a:path h="333375" w="343027">
                  <a:moveTo>
                    <a:pt x="127" y="328676"/>
                  </a:moveTo>
                  <a:lnTo>
                    <a:pt x="127" y="4826"/>
                  </a:lnTo>
                  <a:cubicBezTo>
                    <a:pt x="127" y="3556"/>
                    <a:pt x="635" y="2413"/>
                    <a:pt x="1524" y="1397"/>
                  </a:cubicBezTo>
                  <a:cubicBezTo>
                    <a:pt x="2413" y="381"/>
                    <a:pt x="3556" y="0"/>
                    <a:pt x="4953" y="0"/>
                  </a:cubicBezTo>
                  <a:lnTo>
                    <a:pt x="338201" y="0"/>
                  </a:lnTo>
                  <a:cubicBezTo>
                    <a:pt x="339471" y="0"/>
                    <a:pt x="340614" y="508"/>
                    <a:pt x="341630" y="1397"/>
                  </a:cubicBezTo>
                  <a:cubicBezTo>
                    <a:pt x="342646" y="2286"/>
                    <a:pt x="343027" y="3429"/>
                    <a:pt x="343027" y="4826"/>
                  </a:cubicBezTo>
                  <a:lnTo>
                    <a:pt x="343027" y="328676"/>
                  </a:lnTo>
                  <a:cubicBezTo>
                    <a:pt x="343027" y="329946"/>
                    <a:pt x="342519" y="331089"/>
                    <a:pt x="341630" y="331978"/>
                  </a:cubicBezTo>
                  <a:cubicBezTo>
                    <a:pt x="340741" y="332867"/>
                    <a:pt x="339598" y="333375"/>
                    <a:pt x="338201" y="333375"/>
                  </a:cubicBezTo>
                  <a:lnTo>
                    <a:pt x="4826" y="333375"/>
                  </a:lnTo>
                  <a:cubicBezTo>
                    <a:pt x="3556" y="333375"/>
                    <a:pt x="2413" y="332867"/>
                    <a:pt x="1397" y="331978"/>
                  </a:cubicBezTo>
                  <a:cubicBezTo>
                    <a:pt x="381" y="331089"/>
                    <a:pt x="0" y="329946"/>
                    <a:pt x="0" y="328676"/>
                  </a:cubicBezTo>
                </a:path>
              </a:pathLst>
            </a:custGeom>
            <a:solidFill>
              <a:srgbClr val="E3ECFB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63500" y="63500"/>
              <a:ext cx="352298" cy="342900"/>
            </a:xfrm>
            <a:custGeom>
              <a:avLst/>
              <a:gdLst/>
              <a:ahLst/>
              <a:cxnLst/>
              <a:rect r="r" b="b" t="t" l="l"/>
              <a:pathLst>
                <a:path h="342900" w="352298">
                  <a:moveTo>
                    <a:pt x="0" y="333375"/>
                  </a:moveTo>
                  <a:lnTo>
                    <a:pt x="0" y="9525"/>
                  </a:lnTo>
                  <a:lnTo>
                    <a:pt x="4826" y="9525"/>
                  </a:lnTo>
                  <a:lnTo>
                    <a:pt x="0" y="9525"/>
                  </a:lnTo>
                  <a:cubicBezTo>
                    <a:pt x="0" y="9017"/>
                    <a:pt x="0" y="8509"/>
                    <a:pt x="127" y="7874"/>
                  </a:cubicBezTo>
                  <a:cubicBezTo>
                    <a:pt x="381" y="6477"/>
                    <a:pt x="889" y="5080"/>
                    <a:pt x="1778" y="3937"/>
                  </a:cubicBezTo>
                  <a:cubicBezTo>
                    <a:pt x="2032" y="3556"/>
                    <a:pt x="2413" y="3048"/>
                    <a:pt x="2794" y="2794"/>
                  </a:cubicBezTo>
                  <a:lnTo>
                    <a:pt x="6096" y="6223"/>
                  </a:lnTo>
                  <a:lnTo>
                    <a:pt x="2667" y="2921"/>
                  </a:lnTo>
                  <a:cubicBezTo>
                    <a:pt x="3048" y="2540"/>
                    <a:pt x="3429" y="2286"/>
                    <a:pt x="3810" y="1905"/>
                  </a:cubicBezTo>
                  <a:cubicBezTo>
                    <a:pt x="4953" y="1016"/>
                    <a:pt x="6350" y="508"/>
                    <a:pt x="7747" y="254"/>
                  </a:cubicBezTo>
                  <a:cubicBezTo>
                    <a:pt x="8382" y="0"/>
                    <a:pt x="9017" y="0"/>
                    <a:pt x="9525" y="0"/>
                  </a:cubicBezTo>
                  <a:lnTo>
                    <a:pt x="9525" y="4826"/>
                  </a:lnTo>
                  <a:lnTo>
                    <a:pt x="9525" y="0"/>
                  </a:lnTo>
                  <a:lnTo>
                    <a:pt x="342900" y="0"/>
                  </a:lnTo>
                  <a:lnTo>
                    <a:pt x="342900" y="4826"/>
                  </a:lnTo>
                  <a:lnTo>
                    <a:pt x="342900" y="0"/>
                  </a:lnTo>
                  <a:cubicBezTo>
                    <a:pt x="343408" y="0"/>
                    <a:pt x="344043" y="0"/>
                    <a:pt x="344551" y="127"/>
                  </a:cubicBezTo>
                  <a:cubicBezTo>
                    <a:pt x="345948" y="381"/>
                    <a:pt x="347345" y="889"/>
                    <a:pt x="348488" y="1778"/>
                  </a:cubicBezTo>
                  <a:cubicBezTo>
                    <a:pt x="348869" y="2032"/>
                    <a:pt x="349250" y="2413"/>
                    <a:pt x="349631" y="2794"/>
                  </a:cubicBezTo>
                  <a:lnTo>
                    <a:pt x="346202" y="6096"/>
                  </a:lnTo>
                  <a:lnTo>
                    <a:pt x="349504" y="2667"/>
                  </a:lnTo>
                  <a:cubicBezTo>
                    <a:pt x="349885" y="3048"/>
                    <a:pt x="350266" y="3429"/>
                    <a:pt x="350520" y="3810"/>
                  </a:cubicBezTo>
                  <a:cubicBezTo>
                    <a:pt x="351409" y="4953"/>
                    <a:pt x="351917" y="6350"/>
                    <a:pt x="352171" y="7747"/>
                  </a:cubicBezTo>
                  <a:cubicBezTo>
                    <a:pt x="352298" y="8255"/>
                    <a:pt x="352298" y="8763"/>
                    <a:pt x="352298" y="9398"/>
                  </a:cubicBezTo>
                  <a:lnTo>
                    <a:pt x="347472" y="9398"/>
                  </a:lnTo>
                  <a:lnTo>
                    <a:pt x="352298" y="9398"/>
                  </a:lnTo>
                  <a:lnTo>
                    <a:pt x="352298" y="333248"/>
                  </a:lnTo>
                  <a:lnTo>
                    <a:pt x="347472" y="333248"/>
                  </a:lnTo>
                  <a:lnTo>
                    <a:pt x="352298" y="333248"/>
                  </a:lnTo>
                  <a:cubicBezTo>
                    <a:pt x="352298" y="333756"/>
                    <a:pt x="352298" y="334264"/>
                    <a:pt x="352171" y="334899"/>
                  </a:cubicBezTo>
                  <a:cubicBezTo>
                    <a:pt x="351917" y="336296"/>
                    <a:pt x="351409" y="337693"/>
                    <a:pt x="350520" y="338836"/>
                  </a:cubicBezTo>
                  <a:cubicBezTo>
                    <a:pt x="350266" y="339217"/>
                    <a:pt x="349885" y="339725"/>
                    <a:pt x="349504" y="339979"/>
                  </a:cubicBezTo>
                  <a:cubicBezTo>
                    <a:pt x="349123" y="340360"/>
                    <a:pt x="348615" y="340741"/>
                    <a:pt x="348107" y="341122"/>
                  </a:cubicBezTo>
                  <a:cubicBezTo>
                    <a:pt x="346964" y="341884"/>
                    <a:pt x="345694" y="342392"/>
                    <a:pt x="344297" y="342646"/>
                  </a:cubicBezTo>
                  <a:cubicBezTo>
                    <a:pt x="343789" y="342773"/>
                    <a:pt x="343281" y="342773"/>
                    <a:pt x="342773" y="342773"/>
                  </a:cubicBezTo>
                  <a:lnTo>
                    <a:pt x="342773" y="337947"/>
                  </a:lnTo>
                  <a:lnTo>
                    <a:pt x="342773" y="342900"/>
                  </a:lnTo>
                  <a:lnTo>
                    <a:pt x="9525" y="342900"/>
                  </a:lnTo>
                  <a:lnTo>
                    <a:pt x="9525" y="338074"/>
                  </a:lnTo>
                  <a:lnTo>
                    <a:pt x="9525" y="342900"/>
                  </a:lnTo>
                  <a:cubicBezTo>
                    <a:pt x="9017" y="342900"/>
                    <a:pt x="8509" y="342900"/>
                    <a:pt x="8001" y="342773"/>
                  </a:cubicBezTo>
                  <a:cubicBezTo>
                    <a:pt x="6604" y="342519"/>
                    <a:pt x="5334" y="342011"/>
                    <a:pt x="4191" y="341249"/>
                  </a:cubicBezTo>
                  <a:cubicBezTo>
                    <a:pt x="3683" y="340868"/>
                    <a:pt x="3175" y="340487"/>
                    <a:pt x="2794" y="340106"/>
                  </a:cubicBezTo>
                  <a:cubicBezTo>
                    <a:pt x="2413" y="339725"/>
                    <a:pt x="2032" y="339344"/>
                    <a:pt x="1778" y="338836"/>
                  </a:cubicBezTo>
                  <a:cubicBezTo>
                    <a:pt x="889" y="337693"/>
                    <a:pt x="381" y="336296"/>
                    <a:pt x="127" y="334899"/>
                  </a:cubicBezTo>
                  <a:cubicBezTo>
                    <a:pt x="0" y="334391"/>
                    <a:pt x="0" y="333883"/>
                    <a:pt x="0" y="333375"/>
                  </a:cubicBezTo>
                  <a:lnTo>
                    <a:pt x="4826" y="333375"/>
                  </a:lnTo>
                  <a:lnTo>
                    <a:pt x="0" y="333375"/>
                  </a:lnTo>
                  <a:moveTo>
                    <a:pt x="9525" y="333375"/>
                  </a:moveTo>
                  <a:cubicBezTo>
                    <a:pt x="9525" y="333502"/>
                    <a:pt x="9525" y="333375"/>
                    <a:pt x="9525" y="333375"/>
                  </a:cubicBezTo>
                  <a:cubicBezTo>
                    <a:pt x="9525" y="333375"/>
                    <a:pt x="9525" y="333248"/>
                    <a:pt x="9525" y="333248"/>
                  </a:cubicBezTo>
                  <a:lnTo>
                    <a:pt x="6223" y="336677"/>
                  </a:lnTo>
                  <a:lnTo>
                    <a:pt x="9525" y="333248"/>
                  </a:lnTo>
                  <a:cubicBezTo>
                    <a:pt x="9652" y="333375"/>
                    <a:pt x="9525" y="333248"/>
                    <a:pt x="9525" y="333248"/>
                  </a:cubicBezTo>
                  <a:cubicBezTo>
                    <a:pt x="9525" y="333248"/>
                    <a:pt x="9398" y="333248"/>
                    <a:pt x="9398" y="333248"/>
                  </a:cubicBezTo>
                  <a:lnTo>
                    <a:pt x="342900" y="333248"/>
                  </a:lnTo>
                  <a:cubicBezTo>
                    <a:pt x="343027" y="333248"/>
                    <a:pt x="342900" y="333248"/>
                    <a:pt x="342900" y="333248"/>
                  </a:cubicBezTo>
                  <a:cubicBezTo>
                    <a:pt x="342900" y="333248"/>
                    <a:pt x="342773" y="333248"/>
                    <a:pt x="342773" y="333248"/>
                  </a:cubicBezTo>
                  <a:lnTo>
                    <a:pt x="346075" y="336677"/>
                  </a:lnTo>
                  <a:lnTo>
                    <a:pt x="342773" y="333248"/>
                  </a:lnTo>
                  <a:cubicBezTo>
                    <a:pt x="342900" y="333121"/>
                    <a:pt x="342773" y="333248"/>
                    <a:pt x="342773" y="333248"/>
                  </a:cubicBezTo>
                  <a:cubicBezTo>
                    <a:pt x="342773" y="333248"/>
                    <a:pt x="342773" y="333375"/>
                    <a:pt x="342773" y="333375"/>
                  </a:cubicBezTo>
                  <a:lnTo>
                    <a:pt x="342773" y="9525"/>
                  </a:lnTo>
                  <a:cubicBezTo>
                    <a:pt x="342773" y="9398"/>
                    <a:pt x="342773" y="9525"/>
                    <a:pt x="342773" y="9525"/>
                  </a:cubicBezTo>
                  <a:cubicBezTo>
                    <a:pt x="342773" y="9525"/>
                    <a:pt x="342773" y="9652"/>
                    <a:pt x="342773" y="9652"/>
                  </a:cubicBezTo>
                  <a:cubicBezTo>
                    <a:pt x="342773" y="9652"/>
                    <a:pt x="342900" y="9652"/>
                    <a:pt x="342900" y="9652"/>
                  </a:cubicBezTo>
                  <a:cubicBezTo>
                    <a:pt x="342900" y="9652"/>
                    <a:pt x="342900" y="9652"/>
                    <a:pt x="342773" y="9652"/>
                  </a:cubicBezTo>
                  <a:lnTo>
                    <a:pt x="9525" y="9652"/>
                  </a:lnTo>
                  <a:cubicBezTo>
                    <a:pt x="9398" y="9652"/>
                    <a:pt x="9525" y="9652"/>
                    <a:pt x="9398" y="9652"/>
                  </a:cubicBezTo>
                  <a:cubicBezTo>
                    <a:pt x="9271" y="9652"/>
                    <a:pt x="9525" y="9652"/>
                    <a:pt x="9525" y="9652"/>
                  </a:cubicBezTo>
                  <a:cubicBezTo>
                    <a:pt x="9398" y="9779"/>
                    <a:pt x="9525" y="9652"/>
                    <a:pt x="9525" y="9652"/>
                  </a:cubicBezTo>
                  <a:cubicBezTo>
                    <a:pt x="9525" y="9652"/>
                    <a:pt x="9525" y="9525"/>
                    <a:pt x="9525" y="9525"/>
                  </a:cubicBezTo>
                  <a:lnTo>
                    <a:pt x="9525" y="333375"/>
                  </a:lnTo>
                  <a:close/>
                </a:path>
              </a:pathLst>
            </a:custGeom>
            <a:solidFill>
              <a:srgbClr val="B6C7E1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141224" y="119285"/>
              <a:ext cx="81407" cy="88137"/>
            </a:xfrm>
            <a:custGeom>
              <a:avLst/>
              <a:gdLst/>
              <a:ahLst/>
              <a:cxnLst/>
              <a:rect r="r" b="b" t="t" l="l"/>
              <a:pathLst>
                <a:path h="88137" w="81407">
                  <a:moveTo>
                    <a:pt x="67437" y="77565"/>
                  </a:moveTo>
                  <a:cubicBezTo>
                    <a:pt x="64643" y="79978"/>
                    <a:pt x="60833" y="82645"/>
                    <a:pt x="57277" y="84550"/>
                  </a:cubicBezTo>
                  <a:cubicBezTo>
                    <a:pt x="57150" y="84677"/>
                    <a:pt x="56896" y="84677"/>
                    <a:pt x="56769" y="84804"/>
                  </a:cubicBezTo>
                  <a:cubicBezTo>
                    <a:pt x="53086" y="86328"/>
                    <a:pt x="49403" y="87344"/>
                    <a:pt x="44704" y="88106"/>
                  </a:cubicBezTo>
                  <a:cubicBezTo>
                    <a:pt x="44577" y="88106"/>
                    <a:pt x="44323" y="88106"/>
                    <a:pt x="44196" y="88106"/>
                  </a:cubicBezTo>
                  <a:cubicBezTo>
                    <a:pt x="40513" y="88233"/>
                    <a:pt x="35814" y="87979"/>
                    <a:pt x="32131" y="87344"/>
                  </a:cubicBezTo>
                  <a:cubicBezTo>
                    <a:pt x="32004" y="87344"/>
                    <a:pt x="31750" y="87217"/>
                    <a:pt x="31623" y="87217"/>
                  </a:cubicBezTo>
                  <a:cubicBezTo>
                    <a:pt x="27940" y="86201"/>
                    <a:pt x="24384" y="84677"/>
                    <a:pt x="20828" y="82772"/>
                  </a:cubicBezTo>
                  <a:cubicBezTo>
                    <a:pt x="20701" y="82645"/>
                    <a:pt x="20447" y="82645"/>
                    <a:pt x="20320" y="82518"/>
                  </a:cubicBezTo>
                  <a:cubicBezTo>
                    <a:pt x="16764" y="80105"/>
                    <a:pt x="13208" y="76930"/>
                    <a:pt x="10922" y="74517"/>
                  </a:cubicBezTo>
                  <a:cubicBezTo>
                    <a:pt x="10795" y="74390"/>
                    <a:pt x="10668" y="74263"/>
                    <a:pt x="10541" y="74136"/>
                  </a:cubicBezTo>
                  <a:cubicBezTo>
                    <a:pt x="7747" y="70580"/>
                    <a:pt x="5588" y="66897"/>
                    <a:pt x="3429" y="62325"/>
                  </a:cubicBezTo>
                  <a:cubicBezTo>
                    <a:pt x="3302" y="62198"/>
                    <a:pt x="3302" y="62071"/>
                    <a:pt x="3302" y="61817"/>
                  </a:cubicBezTo>
                  <a:cubicBezTo>
                    <a:pt x="2032" y="58134"/>
                    <a:pt x="762" y="53562"/>
                    <a:pt x="127" y="48990"/>
                  </a:cubicBezTo>
                  <a:cubicBezTo>
                    <a:pt x="127" y="48863"/>
                    <a:pt x="127" y="48736"/>
                    <a:pt x="127" y="48482"/>
                  </a:cubicBezTo>
                  <a:cubicBezTo>
                    <a:pt x="-127" y="44164"/>
                    <a:pt x="0" y="40227"/>
                    <a:pt x="508" y="35655"/>
                  </a:cubicBezTo>
                  <a:cubicBezTo>
                    <a:pt x="508" y="35528"/>
                    <a:pt x="508" y="35274"/>
                    <a:pt x="635" y="35147"/>
                  </a:cubicBezTo>
                  <a:cubicBezTo>
                    <a:pt x="1651" y="30448"/>
                    <a:pt x="2921" y="26892"/>
                    <a:pt x="5080" y="22320"/>
                  </a:cubicBezTo>
                  <a:cubicBezTo>
                    <a:pt x="5207" y="22193"/>
                    <a:pt x="5207" y="21939"/>
                    <a:pt x="5334" y="21812"/>
                  </a:cubicBezTo>
                  <a:cubicBezTo>
                    <a:pt x="7493" y="18256"/>
                    <a:pt x="10033" y="14827"/>
                    <a:pt x="13208" y="11271"/>
                  </a:cubicBezTo>
                  <a:cubicBezTo>
                    <a:pt x="13335" y="11144"/>
                    <a:pt x="13462" y="11017"/>
                    <a:pt x="13589" y="10890"/>
                  </a:cubicBezTo>
                  <a:cubicBezTo>
                    <a:pt x="16002" y="8604"/>
                    <a:pt x="19558" y="6064"/>
                    <a:pt x="23114" y="4032"/>
                  </a:cubicBezTo>
                  <a:cubicBezTo>
                    <a:pt x="23241" y="3905"/>
                    <a:pt x="23368" y="3905"/>
                    <a:pt x="23622" y="3778"/>
                  </a:cubicBezTo>
                  <a:cubicBezTo>
                    <a:pt x="26797" y="2381"/>
                    <a:pt x="29591" y="1365"/>
                    <a:pt x="33147" y="603"/>
                  </a:cubicBezTo>
                  <a:cubicBezTo>
                    <a:pt x="33274" y="603"/>
                    <a:pt x="33401" y="476"/>
                    <a:pt x="33655" y="476"/>
                  </a:cubicBezTo>
                  <a:cubicBezTo>
                    <a:pt x="37084" y="-32"/>
                    <a:pt x="40640" y="-159"/>
                    <a:pt x="45212" y="222"/>
                  </a:cubicBezTo>
                  <a:cubicBezTo>
                    <a:pt x="45339" y="222"/>
                    <a:pt x="45593" y="222"/>
                    <a:pt x="45720" y="349"/>
                  </a:cubicBezTo>
                  <a:cubicBezTo>
                    <a:pt x="49276" y="984"/>
                    <a:pt x="52832" y="2000"/>
                    <a:pt x="56388" y="3397"/>
                  </a:cubicBezTo>
                  <a:cubicBezTo>
                    <a:pt x="56515" y="3524"/>
                    <a:pt x="56769" y="3524"/>
                    <a:pt x="56896" y="3651"/>
                  </a:cubicBezTo>
                  <a:cubicBezTo>
                    <a:pt x="60452" y="5429"/>
                    <a:pt x="62992" y="7080"/>
                    <a:pt x="66548" y="9874"/>
                  </a:cubicBezTo>
                  <a:cubicBezTo>
                    <a:pt x="66675" y="10001"/>
                    <a:pt x="66802" y="10128"/>
                    <a:pt x="66929" y="10255"/>
                  </a:cubicBezTo>
                  <a:cubicBezTo>
                    <a:pt x="69342" y="12541"/>
                    <a:pt x="71501" y="14954"/>
                    <a:pt x="74041" y="18510"/>
                  </a:cubicBezTo>
                  <a:cubicBezTo>
                    <a:pt x="74168" y="18637"/>
                    <a:pt x="74295" y="18764"/>
                    <a:pt x="74295" y="19018"/>
                  </a:cubicBezTo>
                  <a:cubicBezTo>
                    <a:pt x="76327" y="22574"/>
                    <a:pt x="77978" y="26130"/>
                    <a:pt x="79248" y="29559"/>
                  </a:cubicBezTo>
                  <a:cubicBezTo>
                    <a:pt x="79248" y="29686"/>
                    <a:pt x="79375" y="29813"/>
                    <a:pt x="79375" y="29940"/>
                  </a:cubicBezTo>
                  <a:cubicBezTo>
                    <a:pt x="80391" y="33623"/>
                    <a:pt x="81026" y="37052"/>
                    <a:pt x="81407" y="41751"/>
                  </a:cubicBezTo>
                  <a:cubicBezTo>
                    <a:pt x="81407" y="41878"/>
                    <a:pt x="81407" y="42005"/>
                    <a:pt x="81407" y="42259"/>
                  </a:cubicBezTo>
                  <a:cubicBezTo>
                    <a:pt x="81407" y="45815"/>
                    <a:pt x="81153" y="49371"/>
                    <a:pt x="80772" y="52800"/>
                  </a:cubicBezTo>
                  <a:cubicBezTo>
                    <a:pt x="80772" y="52927"/>
                    <a:pt x="80772" y="53054"/>
                    <a:pt x="80645" y="53181"/>
                  </a:cubicBezTo>
                  <a:cubicBezTo>
                    <a:pt x="79883" y="56737"/>
                    <a:pt x="78867" y="60420"/>
                    <a:pt x="77343" y="63849"/>
                  </a:cubicBezTo>
                  <a:cubicBezTo>
                    <a:pt x="77343" y="63976"/>
                    <a:pt x="77216" y="64103"/>
                    <a:pt x="77089" y="64357"/>
                  </a:cubicBezTo>
                  <a:cubicBezTo>
                    <a:pt x="75184" y="68040"/>
                    <a:pt x="72771" y="71723"/>
                    <a:pt x="69469" y="75914"/>
                  </a:cubicBezTo>
                  <a:cubicBezTo>
                    <a:pt x="69342" y="76168"/>
                    <a:pt x="69088" y="76295"/>
                    <a:pt x="68961" y="76549"/>
                  </a:cubicBezTo>
                  <a:lnTo>
                    <a:pt x="67691" y="77692"/>
                  </a:lnTo>
                  <a:cubicBezTo>
                    <a:pt x="65532" y="79597"/>
                    <a:pt x="62357" y="79470"/>
                    <a:pt x="60452" y="77311"/>
                  </a:cubicBezTo>
                  <a:cubicBezTo>
                    <a:pt x="58547" y="75152"/>
                    <a:pt x="58674" y="71977"/>
                    <a:pt x="60833" y="70072"/>
                  </a:cubicBezTo>
                  <a:lnTo>
                    <a:pt x="62103" y="68929"/>
                  </a:lnTo>
                  <a:lnTo>
                    <a:pt x="65532" y="72739"/>
                  </a:lnTo>
                  <a:lnTo>
                    <a:pt x="61468" y="69564"/>
                  </a:lnTo>
                  <a:cubicBezTo>
                    <a:pt x="64516" y="65881"/>
                    <a:pt x="66548" y="62706"/>
                    <a:pt x="68072" y="59785"/>
                  </a:cubicBezTo>
                  <a:lnTo>
                    <a:pt x="72644" y="62198"/>
                  </a:lnTo>
                  <a:lnTo>
                    <a:pt x="67818" y="60293"/>
                  </a:lnTo>
                  <a:cubicBezTo>
                    <a:pt x="68961" y="57245"/>
                    <a:pt x="69977" y="54324"/>
                    <a:pt x="70485" y="51276"/>
                  </a:cubicBezTo>
                  <a:lnTo>
                    <a:pt x="75565" y="52292"/>
                  </a:lnTo>
                  <a:lnTo>
                    <a:pt x="70485" y="51657"/>
                  </a:lnTo>
                  <a:cubicBezTo>
                    <a:pt x="70866" y="48609"/>
                    <a:pt x="71120" y="45561"/>
                    <a:pt x="71120" y="42640"/>
                  </a:cubicBezTo>
                  <a:lnTo>
                    <a:pt x="76327" y="42640"/>
                  </a:lnTo>
                  <a:lnTo>
                    <a:pt x="71247" y="43148"/>
                  </a:lnTo>
                  <a:cubicBezTo>
                    <a:pt x="70866" y="38957"/>
                    <a:pt x="70231" y="36036"/>
                    <a:pt x="69469" y="32988"/>
                  </a:cubicBezTo>
                  <a:lnTo>
                    <a:pt x="74422" y="31718"/>
                  </a:lnTo>
                  <a:lnTo>
                    <a:pt x="69596" y="33496"/>
                  </a:lnTo>
                  <a:cubicBezTo>
                    <a:pt x="68580" y="30575"/>
                    <a:pt x="67183" y="27527"/>
                    <a:pt x="65405" y="24606"/>
                  </a:cubicBezTo>
                  <a:lnTo>
                    <a:pt x="69850" y="22066"/>
                  </a:lnTo>
                  <a:lnTo>
                    <a:pt x="65659" y="25114"/>
                  </a:lnTo>
                  <a:cubicBezTo>
                    <a:pt x="63373" y="22066"/>
                    <a:pt x="61722" y="20034"/>
                    <a:pt x="59817" y="18256"/>
                  </a:cubicBezTo>
                  <a:lnTo>
                    <a:pt x="63373" y="14573"/>
                  </a:lnTo>
                  <a:lnTo>
                    <a:pt x="60198" y="18637"/>
                  </a:lnTo>
                  <a:cubicBezTo>
                    <a:pt x="57023" y="16224"/>
                    <a:pt x="55118" y="14954"/>
                    <a:pt x="52197" y="13430"/>
                  </a:cubicBezTo>
                  <a:lnTo>
                    <a:pt x="54483" y="8858"/>
                  </a:lnTo>
                  <a:lnTo>
                    <a:pt x="52578" y="13684"/>
                  </a:lnTo>
                  <a:cubicBezTo>
                    <a:pt x="49530" y="12541"/>
                    <a:pt x="46609" y="11652"/>
                    <a:pt x="43815" y="11144"/>
                  </a:cubicBezTo>
                  <a:lnTo>
                    <a:pt x="44704" y="6064"/>
                  </a:lnTo>
                  <a:lnTo>
                    <a:pt x="44323" y="11144"/>
                  </a:lnTo>
                  <a:cubicBezTo>
                    <a:pt x="40259" y="10890"/>
                    <a:pt x="37592" y="11017"/>
                    <a:pt x="34925" y="11398"/>
                  </a:cubicBezTo>
                  <a:lnTo>
                    <a:pt x="34163" y="6318"/>
                  </a:lnTo>
                  <a:lnTo>
                    <a:pt x="35433" y="11271"/>
                  </a:lnTo>
                  <a:cubicBezTo>
                    <a:pt x="32512" y="12033"/>
                    <a:pt x="30353" y="12795"/>
                    <a:pt x="27686" y="13938"/>
                  </a:cubicBezTo>
                  <a:lnTo>
                    <a:pt x="25527" y="9239"/>
                  </a:lnTo>
                  <a:lnTo>
                    <a:pt x="28067" y="13684"/>
                  </a:lnTo>
                  <a:cubicBezTo>
                    <a:pt x="25146" y="15335"/>
                    <a:pt x="22225" y="17494"/>
                    <a:pt x="20320" y="19272"/>
                  </a:cubicBezTo>
                  <a:lnTo>
                    <a:pt x="16891" y="15462"/>
                  </a:lnTo>
                  <a:lnTo>
                    <a:pt x="20701" y="18891"/>
                  </a:lnTo>
                  <a:cubicBezTo>
                    <a:pt x="17907" y="21939"/>
                    <a:pt x="15748" y="24860"/>
                    <a:pt x="13970" y="27781"/>
                  </a:cubicBezTo>
                  <a:lnTo>
                    <a:pt x="9525" y="25114"/>
                  </a:lnTo>
                  <a:lnTo>
                    <a:pt x="14224" y="27273"/>
                  </a:lnTo>
                  <a:cubicBezTo>
                    <a:pt x="12446" y="31337"/>
                    <a:pt x="11430" y="34131"/>
                    <a:pt x="10541" y="38195"/>
                  </a:cubicBezTo>
                  <a:lnTo>
                    <a:pt x="5461" y="37052"/>
                  </a:lnTo>
                  <a:lnTo>
                    <a:pt x="10541" y="37687"/>
                  </a:lnTo>
                  <a:cubicBezTo>
                    <a:pt x="10033" y="41751"/>
                    <a:pt x="9906" y="45053"/>
                    <a:pt x="10160" y="48609"/>
                  </a:cubicBezTo>
                  <a:lnTo>
                    <a:pt x="5080" y="48863"/>
                  </a:lnTo>
                  <a:lnTo>
                    <a:pt x="10160" y="48101"/>
                  </a:lnTo>
                  <a:cubicBezTo>
                    <a:pt x="10795" y="52038"/>
                    <a:pt x="11811" y="56102"/>
                    <a:pt x="12827" y="59023"/>
                  </a:cubicBezTo>
                  <a:lnTo>
                    <a:pt x="8001" y="60801"/>
                  </a:lnTo>
                  <a:lnTo>
                    <a:pt x="12700" y="58642"/>
                  </a:lnTo>
                  <a:cubicBezTo>
                    <a:pt x="14605" y="62579"/>
                    <a:pt x="16383" y="65627"/>
                    <a:pt x="18669" y="68548"/>
                  </a:cubicBezTo>
                  <a:lnTo>
                    <a:pt x="14605" y="71723"/>
                  </a:lnTo>
                  <a:lnTo>
                    <a:pt x="18415" y="68167"/>
                  </a:lnTo>
                  <a:cubicBezTo>
                    <a:pt x="20193" y="70072"/>
                    <a:pt x="23114" y="72739"/>
                    <a:pt x="26162" y="74771"/>
                  </a:cubicBezTo>
                  <a:lnTo>
                    <a:pt x="23241" y="78962"/>
                  </a:lnTo>
                  <a:lnTo>
                    <a:pt x="25654" y="74390"/>
                  </a:lnTo>
                  <a:cubicBezTo>
                    <a:pt x="28575" y="75914"/>
                    <a:pt x="31496" y="77184"/>
                    <a:pt x="34417" y="77946"/>
                  </a:cubicBezTo>
                  <a:lnTo>
                    <a:pt x="33020" y="82899"/>
                  </a:lnTo>
                  <a:lnTo>
                    <a:pt x="33909" y="77819"/>
                  </a:lnTo>
                  <a:cubicBezTo>
                    <a:pt x="36830" y="78327"/>
                    <a:pt x="40767" y="78581"/>
                    <a:pt x="43688" y="78454"/>
                  </a:cubicBezTo>
                  <a:lnTo>
                    <a:pt x="43942" y="83534"/>
                  </a:lnTo>
                  <a:lnTo>
                    <a:pt x="43053" y="78454"/>
                  </a:lnTo>
                  <a:cubicBezTo>
                    <a:pt x="47117" y="77819"/>
                    <a:pt x="50038" y="76930"/>
                    <a:pt x="52959" y="75787"/>
                  </a:cubicBezTo>
                  <a:lnTo>
                    <a:pt x="54864" y="80613"/>
                  </a:lnTo>
                  <a:lnTo>
                    <a:pt x="52451" y="76041"/>
                  </a:lnTo>
                  <a:cubicBezTo>
                    <a:pt x="55372" y="74390"/>
                    <a:pt x="58547" y="72231"/>
                    <a:pt x="60833" y="70326"/>
                  </a:cubicBezTo>
                  <a:cubicBezTo>
                    <a:pt x="62992" y="68421"/>
                    <a:pt x="66294" y="68675"/>
                    <a:pt x="68072" y="70961"/>
                  </a:cubicBezTo>
                  <a:cubicBezTo>
                    <a:pt x="69850" y="73247"/>
                    <a:pt x="69723" y="76422"/>
                    <a:pt x="67437" y="7820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125582" y="264020"/>
              <a:ext cx="104758" cy="69577"/>
            </a:xfrm>
            <a:custGeom>
              <a:avLst/>
              <a:gdLst/>
              <a:ahLst/>
              <a:cxnLst/>
              <a:rect r="r" b="b" t="t" l="l"/>
              <a:pathLst>
                <a:path h="69577" w="104758">
                  <a:moveTo>
                    <a:pt x="3196" y="59830"/>
                  </a:moveTo>
                  <a:cubicBezTo>
                    <a:pt x="16277" y="54623"/>
                    <a:pt x="24786" y="50813"/>
                    <a:pt x="36470" y="44590"/>
                  </a:cubicBezTo>
                  <a:lnTo>
                    <a:pt x="38883" y="49162"/>
                  </a:lnTo>
                  <a:lnTo>
                    <a:pt x="36216" y="44717"/>
                  </a:lnTo>
                  <a:cubicBezTo>
                    <a:pt x="47011" y="38367"/>
                    <a:pt x="61743" y="28588"/>
                    <a:pt x="71522" y="21603"/>
                  </a:cubicBezTo>
                  <a:lnTo>
                    <a:pt x="74570" y="25794"/>
                  </a:lnTo>
                  <a:lnTo>
                    <a:pt x="71395" y="21730"/>
                  </a:lnTo>
                  <a:cubicBezTo>
                    <a:pt x="80031" y="14872"/>
                    <a:pt x="88413" y="8014"/>
                    <a:pt x="96287" y="1283"/>
                  </a:cubicBezTo>
                  <a:cubicBezTo>
                    <a:pt x="98446" y="-622"/>
                    <a:pt x="101748" y="-368"/>
                    <a:pt x="103526" y="1791"/>
                  </a:cubicBezTo>
                  <a:cubicBezTo>
                    <a:pt x="105304" y="3950"/>
                    <a:pt x="105177" y="7252"/>
                    <a:pt x="103018" y="9030"/>
                  </a:cubicBezTo>
                  <a:cubicBezTo>
                    <a:pt x="95017" y="15888"/>
                    <a:pt x="86635" y="22746"/>
                    <a:pt x="77872" y="29731"/>
                  </a:cubicBezTo>
                  <a:cubicBezTo>
                    <a:pt x="77872" y="29731"/>
                    <a:pt x="77745" y="29858"/>
                    <a:pt x="77745" y="29858"/>
                  </a:cubicBezTo>
                  <a:cubicBezTo>
                    <a:pt x="67839" y="36970"/>
                    <a:pt x="52726" y="47003"/>
                    <a:pt x="41677" y="53480"/>
                  </a:cubicBezTo>
                  <a:cubicBezTo>
                    <a:pt x="41550" y="53480"/>
                    <a:pt x="41550" y="53607"/>
                    <a:pt x="41423" y="53607"/>
                  </a:cubicBezTo>
                  <a:cubicBezTo>
                    <a:pt x="29358" y="59957"/>
                    <a:pt x="20468" y="64021"/>
                    <a:pt x="7133" y="69228"/>
                  </a:cubicBezTo>
                  <a:cubicBezTo>
                    <a:pt x="4466" y="70244"/>
                    <a:pt x="1545" y="68974"/>
                    <a:pt x="402" y="66307"/>
                  </a:cubicBezTo>
                  <a:cubicBezTo>
                    <a:pt x="-741" y="63640"/>
                    <a:pt x="656" y="60719"/>
                    <a:pt x="3323" y="59576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237534" y="232962"/>
              <a:ext cx="27090" cy="25947"/>
            </a:xfrm>
            <a:custGeom>
              <a:avLst/>
              <a:gdLst/>
              <a:ahLst/>
              <a:cxnLst/>
              <a:rect r="r" b="b" t="t" l="l"/>
              <a:pathLst>
                <a:path h="25947" w="27090">
                  <a:moveTo>
                    <a:pt x="1607" y="17101"/>
                  </a:moveTo>
                  <a:lnTo>
                    <a:pt x="18498" y="1353"/>
                  </a:lnTo>
                  <a:cubicBezTo>
                    <a:pt x="20530" y="-552"/>
                    <a:pt x="23832" y="-425"/>
                    <a:pt x="25737" y="1607"/>
                  </a:cubicBezTo>
                  <a:cubicBezTo>
                    <a:pt x="27642" y="3639"/>
                    <a:pt x="27515" y="6941"/>
                    <a:pt x="25483" y="8846"/>
                  </a:cubicBezTo>
                  <a:lnTo>
                    <a:pt x="8592" y="24594"/>
                  </a:lnTo>
                  <a:cubicBezTo>
                    <a:pt x="6560" y="26499"/>
                    <a:pt x="3258" y="26372"/>
                    <a:pt x="1353" y="24340"/>
                  </a:cubicBezTo>
                  <a:cubicBezTo>
                    <a:pt x="-552" y="22308"/>
                    <a:pt x="-425" y="19006"/>
                    <a:pt x="1607" y="17101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335137" y="145399"/>
              <a:ext cx="18194" cy="18448"/>
            </a:xfrm>
            <a:custGeom>
              <a:avLst/>
              <a:gdLst/>
              <a:ahLst/>
              <a:cxnLst/>
              <a:rect r="r" b="b" t="t" l="l"/>
              <a:pathLst>
                <a:path h="18448" w="18194">
                  <a:moveTo>
                    <a:pt x="1413" y="9795"/>
                  </a:moveTo>
                  <a:lnTo>
                    <a:pt x="9414" y="1540"/>
                  </a:lnTo>
                  <a:cubicBezTo>
                    <a:pt x="11446" y="-492"/>
                    <a:pt x="14621" y="-492"/>
                    <a:pt x="16653" y="1413"/>
                  </a:cubicBezTo>
                  <a:cubicBezTo>
                    <a:pt x="18685" y="3318"/>
                    <a:pt x="18685" y="6620"/>
                    <a:pt x="16780" y="8652"/>
                  </a:cubicBezTo>
                  <a:lnTo>
                    <a:pt x="8779" y="16907"/>
                  </a:lnTo>
                  <a:cubicBezTo>
                    <a:pt x="6747" y="18939"/>
                    <a:pt x="3572" y="18939"/>
                    <a:pt x="1540" y="17034"/>
                  </a:cubicBezTo>
                  <a:cubicBezTo>
                    <a:pt x="-492" y="15129"/>
                    <a:pt x="-492" y="11827"/>
                    <a:pt x="1413" y="9795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114291" y="208869"/>
              <a:ext cx="52736" cy="41583"/>
            </a:xfrm>
            <a:custGeom>
              <a:avLst/>
              <a:gdLst/>
              <a:ahLst/>
              <a:cxnLst/>
              <a:rect r="r" b="b" t="t" l="l"/>
              <a:pathLst>
                <a:path h="41583" w="52736">
                  <a:moveTo>
                    <a:pt x="136" y="35606"/>
                  </a:moveTo>
                  <a:cubicBezTo>
                    <a:pt x="1025" y="32050"/>
                    <a:pt x="2168" y="28494"/>
                    <a:pt x="3692" y="24938"/>
                  </a:cubicBezTo>
                  <a:cubicBezTo>
                    <a:pt x="3819" y="24811"/>
                    <a:pt x="3819" y="24684"/>
                    <a:pt x="3946" y="24430"/>
                  </a:cubicBezTo>
                  <a:cubicBezTo>
                    <a:pt x="5343" y="21890"/>
                    <a:pt x="7121" y="19477"/>
                    <a:pt x="10042" y="16175"/>
                  </a:cubicBezTo>
                  <a:cubicBezTo>
                    <a:pt x="10169" y="16048"/>
                    <a:pt x="10296" y="15921"/>
                    <a:pt x="10423" y="15794"/>
                  </a:cubicBezTo>
                  <a:cubicBezTo>
                    <a:pt x="13598" y="12873"/>
                    <a:pt x="16011" y="10968"/>
                    <a:pt x="18424" y="9317"/>
                  </a:cubicBezTo>
                  <a:cubicBezTo>
                    <a:pt x="18551" y="9190"/>
                    <a:pt x="18678" y="9190"/>
                    <a:pt x="18805" y="9063"/>
                  </a:cubicBezTo>
                  <a:cubicBezTo>
                    <a:pt x="22488" y="7031"/>
                    <a:pt x="30362" y="3856"/>
                    <a:pt x="33918" y="2713"/>
                  </a:cubicBezTo>
                  <a:cubicBezTo>
                    <a:pt x="34045" y="2713"/>
                    <a:pt x="34172" y="2713"/>
                    <a:pt x="34172" y="2586"/>
                  </a:cubicBezTo>
                  <a:cubicBezTo>
                    <a:pt x="38617" y="1570"/>
                    <a:pt x="43189" y="554"/>
                    <a:pt x="46999" y="46"/>
                  </a:cubicBezTo>
                  <a:cubicBezTo>
                    <a:pt x="49793" y="-335"/>
                    <a:pt x="52460" y="1697"/>
                    <a:pt x="52714" y="4491"/>
                  </a:cubicBezTo>
                  <a:cubicBezTo>
                    <a:pt x="52968" y="7285"/>
                    <a:pt x="51063" y="9952"/>
                    <a:pt x="48269" y="10206"/>
                  </a:cubicBezTo>
                  <a:cubicBezTo>
                    <a:pt x="44967" y="10587"/>
                    <a:pt x="40776" y="11476"/>
                    <a:pt x="36585" y="12492"/>
                  </a:cubicBezTo>
                  <a:lnTo>
                    <a:pt x="35315" y="7539"/>
                  </a:lnTo>
                  <a:lnTo>
                    <a:pt x="36839" y="12492"/>
                  </a:lnTo>
                  <a:cubicBezTo>
                    <a:pt x="33918" y="13381"/>
                    <a:pt x="26552" y="16429"/>
                    <a:pt x="23758" y="17953"/>
                  </a:cubicBezTo>
                  <a:lnTo>
                    <a:pt x="21218" y="13508"/>
                  </a:lnTo>
                  <a:lnTo>
                    <a:pt x="24139" y="17699"/>
                  </a:lnTo>
                  <a:cubicBezTo>
                    <a:pt x="22234" y="18969"/>
                    <a:pt x="20329" y="20493"/>
                    <a:pt x="17408" y="23160"/>
                  </a:cubicBezTo>
                  <a:lnTo>
                    <a:pt x="13852" y="19350"/>
                  </a:lnTo>
                  <a:lnTo>
                    <a:pt x="17662" y="22779"/>
                  </a:lnTo>
                  <a:cubicBezTo>
                    <a:pt x="15249" y="25573"/>
                    <a:pt x="13852" y="27478"/>
                    <a:pt x="12836" y="29383"/>
                  </a:cubicBezTo>
                  <a:lnTo>
                    <a:pt x="8391" y="26843"/>
                  </a:lnTo>
                  <a:lnTo>
                    <a:pt x="13090" y="28875"/>
                  </a:lnTo>
                  <a:cubicBezTo>
                    <a:pt x="11820" y="31796"/>
                    <a:pt x="10804" y="34717"/>
                    <a:pt x="10169" y="37638"/>
                  </a:cubicBezTo>
                  <a:cubicBezTo>
                    <a:pt x="9534" y="40432"/>
                    <a:pt x="6740" y="42083"/>
                    <a:pt x="3946" y="41448"/>
                  </a:cubicBezTo>
                  <a:cubicBezTo>
                    <a:pt x="1152" y="40813"/>
                    <a:pt x="-499" y="38019"/>
                    <a:pt x="136" y="35225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307789" y="144086"/>
              <a:ext cx="45965" cy="19930"/>
            </a:xfrm>
            <a:custGeom>
              <a:avLst/>
              <a:gdLst/>
              <a:ahLst/>
              <a:cxnLst/>
              <a:rect r="r" b="b" t="t" l="l"/>
              <a:pathLst>
                <a:path h="19930" w="45965">
                  <a:moveTo>
                    <a:pt x="3869" y="9711"/>
                  </a:moveTo>
                  <a:lnTo>
                    <a:pt x="39429" y="186"/>
                  </a:lnTo>
                  <a:cubicBezTo>
                    <a:pt x="42223" y="-576"/>
                    <a:pt x="45017" y="1075"/>
                    <a:pt x="45779" y="3869"/>
                  </a:cubicBezTo>
                  <a:cubicBezTo>
                    <a:pt x="46541" y="6663"/>
                    <a:pt x="44890" y="9457"/>
                    <a:pt x="42096" y="10219"/>
                  </a:cubicBezTo>
                  <a:lnTo>
                    <a:pt x="6536" y="19744"/>
                  </a:lnTo>
                  <a:cubicBezTo>
                    <a:pt x="3742" y="20506"/>
                    <a:pt x="948" y="18855"/>
                    <a:pt x="186" y="16061"/>
                  </a:cubicBezTo>
                  <a:cubicBezTo>
                    <a:pt x="-576" y="13267"/>
                    <a:pt x="1075" y="10473"/>
                    <a:pt x="3869" y="9711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337611" y="145460"/>
              <a:ext cx="15912" cy="43725"/>
            </a:xfrm>
            <a:custGeom>
              <a:avLst/>
              <a:gdLst/>
              <a:ahLst/>
              <a:cxnLst/>
              <a:rect r="r" b="b" t="t" l="l"/>
              <a:pathLst>
                <a:path h="43725" w="15912">
                  <a:moveTo>
                    <a:pt x="82" y="37674"/>
                  </a:moveTo>
                  <a:lnTo>
                    <a:pt x="5670" y="4273"/>
                  </a:lnTo>
                  <a:cubicBezTo>
                    <a:pt x="6178" y="1479"/>
                    <a:pt x="8845" y="-426"/>
                    <a:pt x="11639" y="82"/>
                  </a:cubicBezTo>
                  <a:cubicBezTo>
                    <a:pt x="14433" y="590"/>
                    <a:pt x="16338" y="3257"/>
                    <a:pt x="15830" y="6051"/>
                  </a:cubicBezTo>
                  <a:lnTo>
                    <a:pt x="10242" y="39452"/>
                  </a:lnTo>
                  <a:cubicBezTo>
                    <a:pt x="9734" y="42246"/>
                    <a:pt x="7067" y="44151"/>
                    <a:pt x="4273" y="43643"/>
                  </a:cubicBezTo>
                  <a:cubicBezTo>
                    <a:pt x="1479" y="43135"/>
                    <a:pt x="-426" y="40468"/>
                    <a:pt x="82" y="37674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156679" y="208255"/>
              <a:ext cx="50863" cy="15652"/>
            </a:xfrm>
            <a:custGeom>
              <a:avLst/>
              <a:gdLst/>
              <a:ahLst/>
              <a:cxnLst/>
              <a:rect r="r" b="b" t="t" l="l"/>
              <a:pathLst>
                <a:path h="15652" w="50863">
                  <a:moveTo>
                    <a:pt x="48299" y="9550"/>
                  </a:moveTo>
                  <a:cubicBezTo>
                    <a:pt x="41314" y="13487"/>
                    <a:pt x="33694" y="15519"/>
                    <a:pt x="25693" y="15646"/>
                  </a:cubicBezTo>
                  <a:cubicBezTo>
                    <a:pt x="17692" y="15773"/>
                    <a:pt x="10072" y="14122"/>
                    <a:pt x="2833" y="10566"/>
                  </a:cubicBezTo>
                  <a:cubicBezTo>
                    <a:pt x="293" y="9296"/>
                    <a:pt x="-723" y="6248"/>
                    <a:pt x="547" y="3708"/>
                  </a:cubicBezTo>
                  <a:cubicBezTo>
                    <a:pt x="1817" y="1168"/>
                    <a:pt x="4865" y="152"/>
                    <a:pt x="7405" y="1422"/>
                  </a:cubicBezTo>
                  <a:cubicBezTo>
                    <a:pt x="13120" y="4216"/>
                    <a:pt x="19089" y="5613"/>
                    <a:pt x="25439" y="5486"/>
                  </a:cubicBezTo>
                  <a:lnTo>
                    <a:pt x="25566" y="10693"/>
                  </a:lnTo>
                  <a:lnTo>
                    <a:pt x="25439" y="5486"/>
                  </a:lnTo>
                  <a:cubicBezTo>
                    <a:pt x="31789" y="5359"/>
                    <a:pt x="37758" y="3708"/>
                    <a:pt x="43219" y="660"/>
                  </a:cubicBezTo>
                  <a:cubicBezTo>
                    <a:pt x="45759" y="-737"/>
                    <a:pt x="48807" y="152"/>
                    <a:pt x="50204" y="2692"/>
                  </a:cubicBezTo>
                  <a:cubicBezTo>
                    <a:pt x="51601" y="5232"/>
                    <a:pt x="50712" y="8280"/>
                    <a:pt x="48172" y="9677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113538" y="240411"/>
              <a:ext cx="10922" cy="53086"/>
            </a:xfrm>
            <a:custGeom>
              <a:avLst/>
              <a:gdLst/>
              <a:ahLst/>
              <a:cxnLst/>
              <a:rect r="r" b="b" t="t" l="l"/>
              <a:pathLst>
                <a:path h="53086" w="10922">
                  <a:moveTo>
                    <a:pt x="0" y="47879"/>
                  </a:moveTo>
                  <a:lnTo>
                    <a:pt x="635" y="5080"/>
                  </a:lnTo>
                  <a:cubicBezTo>
                    <a:pt x="635" y="2286"/>
                    <a:pt x="3048" y="0"/>
                    <a:pt x="5842" y="0"/>
                  </a:cubicBezTo>
                  <a:cubicBezTo>
                    <a:pt x="8636" y="0"/>
                    <a:pt x="10922" y="2413"/>
                    <a:pt x="10922" y="5207"/>
                  </a:cubicBezTo>
                  <a:lnTo>
                    <a:pt x="10287" y="48006"/>
                  </a:lnTo>
                  <a:cubicBezTo>
                    <a:pt x="10287" y="50800"/>
                    <a:pt x="7874" y="53086"/>
                    <a:pt x="5080" y="53086"/>
                  </a:cubicBezTo>
                  <a:cubicBezTo>
                    <a:pt x="2286" y="53086"/>
                    <a:pt x="0" y="50673"/>
                    <a:pt x="0" y="47879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197338" y="208895"/>
              <a:ext cx="46885" cy="28089"/>
            </a:xfrm>
            <a:custGeom>
              <a:avLst/>
              <a:gdLst/>
              <a:ahLst/>
              <a:cxnLst/>
              <a:rect r="r" b="b" t="t" l="l"/>
              <a:pathLst>
                <a:path h="28089" w="46885">
                  <a:moveTo>
                    <a:pt x="38120" y="26563"/>
                  </a:moveTo>
                  <a:cubicBezTo>
                    <a:pt x="28976" y="16911"/>
                    <a:pt x="17927" y="11577"/>
                    <a:pt x="4719" y="10307"/>
                  </a:cubicBezTo>
                  <a:cubicBezTo>
                    <a:pt x="1925" y="10053"/>
                    <a:pt x="-234" y="7513"/>
                    <a:pt x="20" y="4719"/>
                  </a:cubicBezTo>
                  <a:cubicBezTo>
                    <a:pt x="274" y="1925"/>
                    <a:pt x="2814" y="-234"/>
                    <a:pt x="5608" y="20"/>
                  </a:cubicBezTo>
                  <a:cubicBezTo>
                    <a:pt x="21356" y="1544"/>
                    <a:pt x="34691" y="8021"/>
                    <a:pt x="45486" y="19451"/>
                  </a:cubicBezTo>
                  <a:cubicBezTo>
                    <a:pt x="47391" y="21483"/>
                    <a:pt x="47391" y="24785"/>
                    <a:pt x="45232" y="26690"/>
                  </a:cubicBezTo>
                  <a:cubicBezTo>
                    <a:pt x="43073" y="28595"/>
                    <a:pt x="39898" y="28595"/>
                    <a:pt x="37993" y="26436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312039" y="213995"/>
              <a:ext cx="44323" cy="10414"/>
            </a:xfrm>
            <a:custGeom>
              <a:avLst/>
              <a:gdLst/>
              <a:ahLst/>
              <a:cxnLst/>
              <a:rect r="r" b="b" t="t" l="l"/>
              <a:pathLst>
                <a:path h="10414" w="44323">
                  <a:moveTo>
                    <a:pt x="39116" y="10414"/>
                  </a:moveTo>
                  <a:lnTo>
                    <a:pt x="5207" y="10414"/>
                  </a:lnTo>
                  <a:cubicBezTo>
                    <a:pt x="2413" y="10414"/>
                    <a:pt x="0" y="8128"/>
                    <a:pt x="0" y="5207"/>
                  </a:cubicBezTo>
                  <a:cubicBezTo>
                    <a:pt x="0" y="2286"/>
                    <a:pt x="2286" y="0"/>
                    <a:pt x="5207" y="0"/>
                  </a:cubicBezTo>
                  <a:lnTo>
                    <a:pt x="39116" y="0"/>
                  </a:lnTo>
                  <a:cubicBezTo>
                    <a:pt x="41910" y="0"/>
                    <a:pt x="44323" y="2286"/>
                    <a:pt x="44323" y="5207"/>
                  </a:cubicBezTo>
                  <a:cubicBezTo>
                    <a:pt x="44323" y="8128"/>
                    <a:pt x="42037" y="10414"/>
                    <a:pt x="39116" y="10414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312166" y="213995"/>
              <a:ext cx="10414" cy="135128"/>
            </a:xfrm>
            <a:custGeom>
              <a:avLst/>
              <a:gdLst/>
              <a:ahLst/>
              <a:cxnLst/>
              <a:rect r="r" b="b" t="t" l="l"/>
              <a:pathLst>
                <a:path h="135128" w="10414">
                  <a:moveTo>
                    <a:pt x="0" y="129921"/>
                  </a:moveTo>
                  <a:lnTo>
                    <a:pt x="0" y="5207"/>
                  </a:lnTo>
                  <a:cubicBezTo>
                    <a:pt x="0" y="2413"/>
                    <a:pt x="2286" y="0"/>
                    <a:pt x="5207" y="0"/>
                  </a:cubicBezTo>
                  <a:cubicBezTo>
                    <a:pt x="8128" y="0"/>
                    <a:pt x="10414" y="2286"/>
                    <a:pt x="10414" y="5207"/>
                  </a:cubicBezTo>
                  <a:lnTo>
                    <a:pt x="10414" y="129921"/>
                  </a:lnTo>
                  <a:cubicBezTo>
                    <a:pt x="10414" y="132715"/>
                    <a:pt x="8128" y="135128"/>
                    <a:pt x="5207" y="135128"/>
                  </a:cubicBezTo>
                  <a:cubicBezTo>
                    <a:pt x="2286" y="135128"/>
                    <a:pt x="0" y="132842"/>
                    <a:pt x="0" y="129921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345948" y="213995"/>
              <a:ext cx="10414" cy="135255"/>
            </a:xfrm>
            <a:custGeom>
              <a:avLst/>
              <a:gdLst/>
              <a:ahLst/>
              <a:cxnLst/>
              <a:rect r="r" b="b" t="t" l="l"/>
              <a:pathLst>
                <a:path h="135255" w="10414">
                  <a:moveTo>
                    <a:pt x="10414" y="5207"/>
                  </a:moveTo>
                  <a:lnTo>
                    <a:pt x="10414" y="130048"/>
                  </a:lnTo>
                  <a:cubicBezTo>
                    <a:pt x="10414" y="132842"/>
                    <a:pt x="8128" y="135255"/>
                    <a:pt x="5207" y="135255"/>
                  </a:cubicBezTo>
                  <a:cubicBezTo>
                    <a:pt x="2286" y="135255"/>
                    <a:pt x="0" y="132969"/>
                    <a:pt x="0" y="130048"/>
                  </a:cubicBezTo>
                  <a:lnTo>
                    <a:pt x="0" y="5207"/>
                  </a:lnTo>
                  <a:cubicBezTo>
                    <a:pt x="0" y="2413"/>
                    <a:pt x="2286" y="0"/>
                    <a:pt x="5207" y="0"/>
                  </a:cubicBezTo>
                  <a:cubicBezTo>
                    <a:pt x="8128" y="0"/>
                    <a:pt x="10414" y="2286"/>
                    <a:pt x="10414" y="5207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220066" y="248641"/>
              <a:ext cx="27610" cy="25832"/>
            </a:xfrm>
            <a:custGeom>
              <a:avLst/>
              <a:gdLst/>
              <a:ahLst/>
              <a:cxnLst/>
              <a:rect r="r" b="b" t="t" l="l"/>
              <a:pathLst>
                <a:path h="25832" w="27610">
                  <a:moveTo>
                    <a:pt x="1676" y="16789"/>
                  </a:moveTo>
                  <a:lnTo>
                    <a:pt x="19075" y="1295"/>
                  </a:lnTo>
                  <a:cubicBezTo>
                    <a:pt x="21234" y="-610"/>
                    <a:pt x="24409" y="-356"/>
                    <a:pt x="26314" y="1676"/>
                  </a:cubicBezTo>
                  <a:cubicBezTo>
                    <a:pt x="28219" y="3708"/>
                    <a:pt x="27965" y="7010"/>
                    <a:pt x="25933" y="8915"/>
                  </a:cubicBezTo>
                  <a:lnTo>
                    <a:pt x="8534" y="24536"/>
                  </a:lnTo>
                  <a:cubicBezTo>
                    <a:pt x="6375" y="26441"/>
                    <a:pt x="3200" y="26187"/>
                    <a:pt x="1295" y="24155"/>
                  </a:cubicBezTo>
                  <a:cubicBezTo>
                    <a:pt x="-610" y="22123"/>
                    <a:pt x="-356" y="18821"/>
                    <a:pt x="1676" y="16916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254365" y="153605"/>
              <a:ext cx="91092" cy="89665"/>
            </a:xfrm>
            <a:custGeom>
              <a:avLst/>
              <a:gdLst/>
              <a:ahLst/>
              <a:cxnLst/>
              <a:rect r="r" b="b" t="t" l="l"/>
              <a:pathLst>
                <a:path h="89665" w="91092">
                  <a:moveTo>
                    <a:pt x="1540" y="80837"/>
                  </a:moveTo>
                  <a:lnTo>
                    <a:pt x="82439" y="1462"/>
                  </a:lnTo>
                  <a:cubicBezTo>
                    <a:pt x="84471" y="-570"/>
                    <a:pt x="87773" y="-443"/>
                    <a:pt x="89678" y="1589"/>
                  </a:cubicBezTo>
                  <a:cubicBezTo>
                    <a:pt x="91583" y="3621"/>
                    <a:pt x="91583" y="6923"/>
                    <a:pt x="89551" y="8828"/>
                  </a:cubicBezTo>
                  <a:lnTo>
                    <a:pt x="8652" y="88203"/>
                  </a:lnTo>
                  <a:cubicBezTo>
                    <a:pt x="6620" y="90235"/>
                    <a:pt x="3318" y="90108"/>
                    <a:pt x="1413" y="88076"/>
                  </a:cubicBezTo>
                  <a:cubicBezTo>
                    <a:pt x="-492" y="86044"/>
                    <a:pt x="-492" y="82742"/>
                    <a:pt x="1540" y="80837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258064" y="263779"/>
              <a:ext cx="43434" cy="10414"/>
            </a:xfrm>
            <a:custGeom>
              <a:avLst/>
              <a:gdLst/>
              <a:ahLst/>
              <a:cxnLst/>
              <a:rect r="r" b="b" t="t" l="l"/>
              <a:pathLst>
                <a:path h="10414" w="43434">
                  <a:moveTo>
                    <a:pt x="38227" y="10414"/>
                  </a:moveTo>
                  <a:lnTo>
                    <a:pt x="5207" y="10414"/>
                  </a:lnTo>
                  <a:cubicBezTo>
                    <a:pt x="2413" y="10414"/>
                    <a:pt x="0" y="8128"/>
                    <a:pt x="0" y="5207"/>
                  </a:cubicBezTo>
                  <a:cubicBezTo>
                    <a:pt x="0" y="2286"/>
                    <a:pt x="2286" y="0"/>
                    <a:pt x="5207" y="0"/>
                  </a:cubicBezTo>
                  <a:lnTo>
                    <a:pt x="38227" y="0"/>
                  </a:lnTo>
                  <a:cubicBezTo>
                    <a:pt x="41021" y="0"/>
                    <a:pt x="43434" y="2286"/>
                    <a:pt x="43434" y="5207"/>
                  </a:cubicBezTo>
                  <a:cubicBezTo>
                    <a:pt x="43434" y="8128"/>
                    <a:pt x="41148" y="10414"/>
                    <a:pt x="38227" y="10414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257937" y="263779"/>
              <a:ext cx="10414" cy="85471"/>
            </a:xfrm>
            <a:custGeom>
              <a:avLst/>
              <a:gdLst/>
              <a:ahLst/>
              <a:cxnLst/>
              <a:rect r="r" b="b" t="t" l="l"/>
              <a:pathLst>
                <a:path h="85471" w="10414">
                  <a:moveTo>
                    <a:pt x="10414" y="5207"/>
                  </a:moveTo>
                  <a:lnTo>
                    <a:pt x="10414" y="80264"/>
                  </a:lnTo>
                  <a:cubicBezTo>
                    <a:pt x="10414" y="83058"/>
                    <a:pt x="8128" y="85471"/>
                    <a:pt x="5207" y="85471"/>
                  </a:cubicBezTo>
                  <a:cubicBezTo>
                    <a:pt x="2286" y="85471"/>
                    <a:pt x="0" y="83185"/>
                    <a:pt x="0" y="80264"/>
                  </a:cubicBezTo>
                  <a:lnTo>
                    <a:pt x="0" y="5207"/>
                  </a:lnTo>
                  <a:cubicBezTo>
                    <a:pt x="0" y="2413"/>
                    <a:pt x="2286" y="0"/>
                    <a:pt x="5207" y="0"/>
                  </a:cubicBezTo>
                  <a:cubicBezTo>
                    <a:pt x="8128" y="0"/>
                    <a:pt x="10414" y="2286"/>
                    <a:pt x="10414" y="5207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291084" y="263779"/>
              <a:ext cx="10414" cy="85344"/>
            </a:xfrm>
            <a:custGeom>
              <a:avLst/>
              <a:gdLst/>
              <a:ahLst/>
              <a:cxnLst/>
              <a:rect r="r" b="b" t="t" l="l"/>
              <a:pathLst>
                <a:path h="85344" w="10414">
                  <a:moveTo>
                    <a:pt x="0" y="80137"/>
                  </a:moveTo>
                  <a:lnTo>
                    <a:pt x="0" y="5207"/>
                  </a:lnTo>
                  <a:cubicBezTo>
                    <a:pt x="0" y="2413"/>
                    <a:pt x="2286" y="0"/>
                    <a:pt x="5207" y="0"/>
                  </a:cubicBezTo>
                  <a:cubicBezTo>
                    <a:pt x="8128" y="0"/>
                    <a:pt x="10414" y="2286"/>
                    <a:pt x="10414" y="5207"/>
                  </a:cubicBezTo>
                  <a:lnTo>
                    <a:pt x="10414" y="80137"/>
                  </a:lnTo>
                  <a:cubicBezTo>
                    <a:pt x="10414" y="82931"/>
                    <a:pt x="8128" y="85344"/>
                    <a:pt x="5207" y="85344"/>
                  </a:cubicBezTo>
                  <a:cubicBezTo>
                    <a:pt x="2286" y="85344"/>
                    <a:pt x="0" y="83058"/>
                    <a:pt x="0" y="80137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203962" y="297561"/>
              <a:ext cx="43561" cy="10414"/>
            </a:xfrm>
            <a:custGeom>
              <a:avLst/>
              <a:gdLst/>
              <a:ahLst/>
              <a:cxnLst/>
              <a:rect r="r" b="b" t="t" l="l"/>
              <a:pathLst>
                <a:path h="10414" w="43561">
                  <a:moveTo>
                    <a:pt x="38481" y="10287"/>
                  </a:moveTo>
                  <a:lnTo>
                    <a:pt x="5207" y="10414"/>
                  </a:lnTo>
                  <a:cubicBezTo>
                    <a:pt x="2413" y="10414"/>
                    <a:pt x="0" y="8128"/>
                    <a:pt x="0" y="5334"/>
                  </a:cubicBezTo>
                  <a:cubicBezTo>
                    <a:pt x="0" y="2540"/>
                    <a:pt x="2286" y="127"/>
                    <a:pt x="5080" y="127"/>
                  </a:cubicBezTo>
                  <a:lnTo>
                    <a:pt x="38354" y="0"/>
                  </a:lnTo>
                  <a:cubicBezTo>
                    <a:pt x="41148" y="0"/>
                    <a:pt x="43561" y="2286"/>
                    <a:pt x="43561" y="5080"/>
                  </a:cubicBezTo>
                  <a:cubicBezTo>
                    <a:pt x="43561" y="7874"/>
                    <a:pt x="41275" y="10287"/>
                    <a:pt x="38481" y="10287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203835" y="297561"/>
              <a:ext cx="10414" cy="51689"/>
            </a:xfrm>
            <a:custGeom>
              <a:avLst/>
              <a:gdLst/>
              <a:ahLst/>
              <a:cxnLst/>
              <a:rect r="r" b="b" t="t" l="l"/>
              <a:pathLst>
                <a:path h="51689" w="10414">
                  <a:moveTo>
                    <a:pt x="10414" y="5207"/>
                  </a:moveTo>
                  <a:lnTo>
                    <a:pt x="10414" y="46482"/>
                  </a:lnTo>
                  <a:cubicBezTo>
                    <a:pt x="10414" y="49276"/>
                    <a:pt x="8128" y="51689"/>
                    <a:pt x="5207" y="51689"/>
                  </a:cubicBezTo>
                  <a:cubicBezTo>
                    <a:pt x="2286" y="51689"/>
                    <a:pt x="0" y="49403"/>
                    <a:pt x="0" y="46482"/>
                  </a:cubicBezTo>
                  <a:lnTo>
                    <a:pt x="0" y="5207"/>
                  </a:lnTo>
                  <a:cubicBezTo>
                    <a:pt x="0" y="2413"/>
                    <a:pt x="2286" y="0"/>
                    <a:pt x="5207" y="0"/>
                  </a:cubicBezTo>
                  <a:cubicBezTo>
                    <a:pt x="8128" y="0"/>
                    <a:pt x="10414" y="2286"/>
                    <a:pt x="10414" y="5207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237236" y="297434"/>
              <a:ext cx="10414" cy="52070"/>
            </a:xfrm>
            <a:custGeom>
              <a:avLst/>
              <a:gdLst/>
              <a:ahLst/>
              <a:cxnLst/>
              <a:rect r="r" b="b" t="t" l="l"/>
              <a:pathLst>
                <a:path h="52070" w="10414">
                  <a:moveTo>
                    <a:pt x="0" y="46863"/>
                  </a:moveTo>
                  <a:lnTo>
                    <a:pt x="0" y="5207"/>
                  </a:lnTo>
                  <a:cubicBezTo>
                    <a:pt x="0" y="2413"/>
                    <a:pt x="2286" y="0"/>
                    <a:pt x="5207" y="0"/>
                  </a:cubicBezTo>
                  <a:cubicBezTo>
                    <a:pt x="8128" y="0"/>
                    <a:pt x="10414" y="2286"/>
                    <a:pt x="10414" y="5207"/>
                  </a:cubicBezTo>
                  <a:lnTo>
                    <a:pt x="10414" y="46863"/>
                  </a:lnTo>
                  <a:cubicBezTo>
                    <a:pt x="10414" y="49657"/>
                    <a:pt x="8128" y="52070"/>
                    <a:pt x="5207" y="52070"/>
                  </a:cubicBezTo>
                  <a:cubicBezTo>
                    <a:pt x="2286" y="52070"/>
                    <a:pt x="0" y="49784"/>
                    <a:pt x="0" y="46863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sp>
        <p:nvSpPr>
          <p:cNvPr name="TextBox 107" id="107"/>
          <p:cNvSpPr txBox="true"/>
          <p:nvPr/>
        </p:nvSpPr>
        <p:spPr>
          <a:xfrm rot="0">
            <a:off x="899074" y="1086488"/>
            <a:ext cx="715756" cy="18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3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DEFINITION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620163" y="1316088"/>
            <a:ext cx="5279250" cy="58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5"/>
              </a:lnSpc>
            </a:pPr>
            <a:r>
              <a:rPr lang="en-US" b="true" sz="3051" spc="-12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What is Servant Leadership?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826609" y="2001117"/>
            <a:ext cx="38138" cy="423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123950" y="2105892"/>
            <a:ext cx="1855727" cy="31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Serving</a:t>
            </a:r>
            <a:r>
              <a:rPr lang="en-US" b="true" sz="1525" spc="-6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Others</a:t>
            </a:r>
            <a:r>
              <a:rPr lang="en-US" b="true" sz="1525" spc="-6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First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236736" y="2439248"/>
            <a:ext cx="31613" cy="29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3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123950" y="3286992"/>
            <a:ext cx="2320433" cy="328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Growth &amp; Empowerment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731893" y="3629873"/>
            <a:ext cx="31613" cy="30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2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123950" y="4496667"/>
            <a:ext cx="2794025" cy="31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Coined by Robert K. Greenleaf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404528" y="4830023"/>
            <a:ext cx="31613" cy="29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3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123950" y="4896698"/>
            <a:ext cx="5238512" cy="22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2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TheconceptwasintroducedbyRobertK. Greenleaf in his landmark 1970 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123950" y="5134851"/>
            <a:ext cx="2200942" cy="23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257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essay </a:t>
            </a:r>
            <a:r>
              <a:rPr lang="en-US" sz="1257" i="true">
                <a:solidFill>
                  <a:srgbClr val="3D3D3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"The Servant as Leader."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123950" y="2505923"/>
            <a:ext cx="5376501" cy="22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Aleadershipphilosophythat prioritizes the needs of employees and teams 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1123950" y="2753573"/>
            <a:ext cx="2333939" cy="22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above the leader's own interests.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1123950" y="3706073"/>
            <a:ext cx="5492191" cy="22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Focusedonnurturingthepersonal and professional growth, well-being, and 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1123950" y="3953723"/>
            <a:ext cx="1820027" cy="22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empowerment of people.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t="-3" r="-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-63246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99074" y="867413"/>
            <a:ext cx="1223448" cy="18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3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CORE FRAMEWORK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0163" y="1097013"/>
            <a:ext cx="6737528" cy="58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5"/>
              </a:lnSpc>
            </a:pPr>
            <a:r>
              <a:rPr lang="en-US" b="true" sz="3051" spc="-12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Key Principles of Servant Leadership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4622" y="4553817"/>
            <a:ext cx="1912029" cy="31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Community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4347" y="4887173"/>
            <a:ext cx="31613" cy="29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3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4622" y="2601192"/>
            <a:ext cx="1932165" cy="328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Listening &amp; Empathy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9693" y="2944073"/>
            <a:ext cx="31613" cy="30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2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32824" y="2601192"/>
            <a:ext cx="1165498" cy="328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Stewardship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06131" y="2944073"/>
            <a:ext cx="31613" cy="30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2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56849" y="4553817"/>
            <a:ext cx="1859690" cy="31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Leading by Example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36089" y="4887173"/>
            <a:ext cx="31613" cy="29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3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81027" y="2601192"/>
            <a:ext cx="2235146" cy="328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Commitment to Growth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32041" y="2944073"/>
            <a:ext cx="31613" cy="30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2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4622" y="3020273"/>
            <a:ext cx="3036284" cy="472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Genuinelyhearingand understanding the perspectives and needs of others.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4622" y="4953848"/>
            <a:ext cx="4613386" cy="472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Creatingastrongsenseofbelonging, trust, and shared purpose within teams.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32824" y="3020273"/>
            <a:ext cx="3014891" cy="472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Takingresponsibility for the well-being of the team and the organization.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56849" y="4953848"/>
            <a:ext cx="4670460" cy="472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Demonstratingthevaluesand behaviors expected of every team member.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81027" y="3020273"/>
            <a:ext cx="2905592" cy="22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Investinginthelong-termdevelopment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81027" y="3267923"/>
            <a:ext cx="2710672" cy="22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of every individual in the organization.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t="-3" r="-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-63246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99074" y="1981838"/>
            <a:ext cx="1166289" cy="18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3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CHARACTERISTICS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0163" y="2211438"/>
            <a:ext cx="3618195" cy="58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5"/>
              </a:lnSpc>
            </a:pPr>
            <a:r>
              <a:rPr lang="en-US" b="true" sz="3051" spc="-12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Servant Leader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1493" y="2953617"/>
            <a:ext cx="735149" cy="31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Humble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5818" y="3286973"/>
            <a:ext cx="31613" cy="29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3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1493" y="3829917"/>
            <a:ext cx="637946" cy="328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Ethical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1812" y="4172798"/>
            <a:ext cx="31613" cy="30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2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93209" y="2953617"/>
            <a:ext cx="1033967" cy="31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Supportive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12772" y="3286973"/>
            <a:ext cx="31613" cy="29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3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93209" y="3829917"/>
            <a:ext cx="1158164" cy="328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People-First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91623" y="4172798"/>
            <a:ext cx="31613" cy="30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2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1493" y="4268048"/>
            <a:ext cx="3410731" cy="20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8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Leadswith honesty, transparency, and integrity.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1493" y="3372698"/>
            <a:ext cx="3520735" cy="20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8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Placesteamsuccess above personal recognition.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93209" y="4268048"/>
            <a:ext cx="3291269" cy="20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8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Alwaysputsthehuman element at the center.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93209" y="3372698"/>
            <a:ext cx="3603536" cy="20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8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Providesresources, encouragement, and backing.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t="-3" r="-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-63246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20163" y="820788"/>
            <a:ext cx="6394799" cy="52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2"/>
              </a:lnSpc>
            </a:pPr>
            <a:r>
              <a:rPr lang="en-US" b="true" sz="3051" spc="-12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Pros &amp; Cons of Servant Leadership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2232" y="1791338"/>
            <a:ext cx="848382" cy="16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ADVANTAGES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92584" y="1791338"/>
            <a:ext cx="1108872" cy="16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CONSIDERATIONS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3331" y="2077317"/>
            <a:ext cx="423691" cy="26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5"/>
              </a:lnSpc>
            </a:pPr>
            <a:r>
              <a:rPr lang="en-US" b="true" sz="1525" spc="-6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13692" y="2077317"/>
            <a:ext cx="483137" cy="26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5"/>
              </a:lnSpc>
            </a:pPr>
            <a:r>
              <a:rPr lang="en-US" b="true" sz="1525" spc="-6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7108" y="4096598"/>
            <a:ext cx="4163273" cy="472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b="true" sz="1220">
                <a:solidFill>
                  <a:srgbClr val="3D3D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Increased Productivity</a:t>
            </a: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Empowered employees go above and beyond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7108" y="4801448"/>
            <a:ext cx="3504905" cy="57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b="true" sz="1220">
                <a:solidFill>
                  <a:srgbClr val="3D3D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Builds Trust</a:t>
            </a: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Long-term loyalty within teams and </a:t>
            </a:r>
          </a:p>
          <a:p>
            <a:pPr algn="l">
              <a:lnSpc>
                <a:spcPts val="8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stakeholders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7108" y="2505923"/>
            <a:ext cx="3730790" cy="472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b="true" sz="1220">
                <a:solidFill>
                  <a:srgbClr val="3D3D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 Employee Satisfaction</a:t>
            </a: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Teams feel valued and motivated to perform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7108" y="3210773"/>
            <a:ext cx="4374928" cy="33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b="true" sz="1220">
                <a:solidFill>
                  <a:srgbClr val="3D3D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Better Teamwork</a:t>
            </a: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Collaborative culture with strong cohesion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17478" y="2505923"/>
            <a:ext cx="4304014" cy="472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b="true" sz="1220">
                <a:solidFill>
                  <a:srgbClr val="3D3D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Slower Decision Making</a:t>
            </a: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Emphasis on consensus can delay time-sensitive actions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17478" y="3210773"/>
            <a:ext cx="4258161" cy="57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b="true" sz="1220">
                <a:solidFill>
                  <a:srgbClr val="3D3D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 Emotional Toll</a:t>
            </a: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Deep empathy can lead to burnout for </a:t>
            </a:r>
          </a:p>
          <a:p>
            <a:pPr algn="l">
              <a:lnSpc>
                <a:spcPts val="8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leaders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17478" y="4010873"/>
            <a:ext cx="4402836" cy="57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b="true" sz="1220">
                <a:solidFill>
                  <a:srgbClr val="3D3D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Hard to Measure</a:t>
            </a: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Long-term benefits are sometimes difficult </a:t>
            </a:r>
          </a:p>
          <a:p>
            <a:pPr algn="l">
              <a:lnSpc>
                <a:spcPts val="8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to quantify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17478" y="4820498"/>
            <a:ext cx="4173531" cy="57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b="true" sz="1220">
                <a:solidFill>
                  <a:srgbClr val="3D3D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Cultural Resistance</a:t>
            </a: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May face pushback in traditional top-</a:t>
            </a:r>
          </a:p>
          <a:p>
            <a:pPr algn="l">
              <a:lnSpc>
                <a:spcPts val="8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down organizations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t="-3" r="-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-63246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143750" y="9525"/>
            <a:ext cx="4286250" cy="6429375"/>
            <a:chOff x="0" y="0"/>
            <a:chExt cx="5715000" cy="8572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150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7" t="0" r="-97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55622" y="4127497"/>
            <a:ext cx="6032497" cy="1041397"/>
            <a:chOff x="0" y="0"/>
            <a:chExt cx="6032500" cy="1041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59055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05500">
                  <a:moveTo>
                    <a:pt x="0" y="904875"/>
                  </a:moveTo>
                  <a:lnTo>
                    <a:pt x="0" y="9525"/>
                  </a:ln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895975" y="0"/>
                  </a:lnTo>
                  <a:cubicBezTo>
                    <a:pt x="5898642" y="0"/>
                    <a:pt x="5900801" y="889"/>
                    <a:pt x="5902706" y="2794"/>
                  </a:cubicBezTo>
                  <a:cubicBezTo>
                    <a:pt x="5904611" y="4699"/>
                    <a:pt x="5905500" y="6858"/>
                    <a:pt x="5905500" y="9525"/>
                  </a:cubicBezTo>
                  <a:lnTo>
                    <a:pt x="5905500" y="904875"/>
                  </a:lnTo>
                  <a:cubicBezTo>
                    <a:pt x="5905500" y="907542"/>
                    <a:pt x="5904611" y="909701"/>
                    <a:pt x="5902706" y="911606"/>
                  </a:cubicBezTo>
                  <a:cubicBezTo>
                    <a:pt x="5900801" y="913511"/>
                    <a:pt x="5898642" y="914400"/>
                    <a:pt x="5895975" y="914400"/>
                  </a:cubicBezTo>
                  <a:lnTo>
                    <a:pt x="9525" y="914400"/>
                  </a:lnTo>
                  <a:cubicBezTo>
                    <a:pt x="6858" y="914400"/>
                    <a:pt x="4699" y="913511"/>
                    <a:pt x="2794" y="911606"/>
                  </a:cubicBezTo>
                  <a:cubicBezTo>
                    <a:pt x="889" y="909701"/>
                    <a:pt x="0" y="907542"/>
                    <a:pt x="0" y="904875"/>
                  </a:cubicBezTo>
                </a:path>
              </a:pathLst>
            </a:custGeom>
            <a:solidFill>
              <a:srgbClr val="B8D2F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45110" y="320929"/>
              <a:ext cx="135382" cy="135636"/>
            </a:xfrm>
            <a:custGeom>
              <a:avLst/>
              <a:gdLst/>
              <a:ahLst/>
              <a:cxnLst/>
              <a:rect r="r" b="b" t="t" l="l"/>
              <a:pathLst>
                <a:path h="135636" w="135382">
                  <a:moveTo>
                    <a:pt x="19304" y="14478"/>
                  </a:moveTo>
                  <a:cubicBezTo>
                    <a:pt x="16637" y="14478"/>
                    <a:pt x="14478" y="16637"/>
                    <a:pt x="14478" y="19304"/>
                  </a:cubicBezTo>
                  <a:lnTo>
                    <a:pt x="14478" y="116078"/>
                  </a:lnTo>
                  <a:cubicBezTo>
                    <a:pt x="14478" y="118745"/>
                    <a:pt x="16637" y="120904"/>
                    <a:pt x="19304" y="120904"/>
                  </a:cubicBezTo>
                  <a:lnTo>
                    <a:pt x="87122" y="120904"/>
                  </a:lnTo>
                  <a:lnTo>
                    <a:pt x="87122" y="96774"/>
                  </a:lnTo>
                  <a:cubicBezTo>
                    <a:pt x="87122" y="91440"/>
                    <a:pt x="91440" y="87122"/>
                    <a:pt x="96774" y="87122"/>
                  </a:cubicBezTo>
                  <a:lnTo>
                    <a:pt x="121031" y="87122"/>
                  </a:lnTo>
                  <a:lnTo>
                    <a:pt x="121031" y="19304"/>
                  </a:lnTo>
                  <a:cubicBezTo>
                    <a:pt x="121031" y="16637"/>
                    <a:pt x="118872" y="14478"/>
                    <a:pt x="116205" y="14478"/>
                  </a:cubicBezTo>
                  <a:lnTo>
                    <a:pt x="19304" y="14478"/>
                  </a:lnTo>
                  <a:close/>
                  <a:moveTo>
                    <a:pt x="87122" y="135509"/>
                  </a:moveTo>
                  <a:lnTo>
                    <a:pt x="19304" y="135509"/>
                  </a:lnTo>
                  <a:cubicBezTo>
                    <a:pt x="8636" y="135509"/>
                    <a:pt x="0" y="126873"/>
                    <a:pt x="0" y="116205"/>
                  </a:cubicBezTo>
                  <a:lnTo>
                    <a:pt x="0" y="19304"/>
                  </a:lnTo>
                  <a:cubicBezTo>
                    <a:pt x="0" y="8636"/>
                    <a:pt x="8636" y="0"/>
                    <a:pt x="19304" y="0"/>
                  </a:cubicBezTo>
                  <a:lnTo>
                    <a:pt x="116078" y="0"/>
                  </a:lnTo>
                  <a:cubicBezTo>
                    <a:pt x="126746" y="0"/>
                    <a:pt x="135382" y="8636"/>
                    <a:pt x="135382" y="19304"/>
                  </a:cubicBezTo>
                  <a:lnTo>
                    <a:pt x="135382" y="87122"/>
                  </a:lnTo>
                  <a:lnTo>
                    <a:pt x="135382" y="88773"/>
                  </a:lnTo>
                  <a:cubicBezTo>
                    <a:pt x="135382" y="93853"/>
                    <a:pt x="133350" y="98806"/>
                    <a:pt x="129667" y="102489"/>
                  </a:cubicBezTo>
                  <a:lnTo>
                    <a:pt x="102235" y="129921"/>
                  </a:lnTo>
                  <a:cubicBezTo>
                    <a:pt x="98552" y="133604"/>
                    <a:pt x="93726" y="135636"/>
                    <a:pt x="88519" y="135636"/>
                  </a:cubicBezTo>
                  <a:lnTo>
                    <a:pt x="86868" y="135636"/>
                  </a:lnTo>
                </a:path>
              </a:pathLst>
            </a:custGeom>
            <a:solidFill>
              <a:srgbClr val="0B3E8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55622" y="1269997"/>
            <a:ext cx="1260472" cy="422272"/>
            <a:chOff x="0" y="0"/>
            <a:chExt cx="1260475" cy="422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1133475" cy="295275"/>
            </a:xfrm>
            <a:custGeom>
              <a:avLst/>
              <a:gdLst/>
              <a:ahLst/>
              <a:cxnLst/>
              <a:rect r="r" b="b" t="t" l="l"/>
              <a:pathLst>
                <a:path h="295275" w="1133475">
                  <a:moveTo>
                    <a:pt x="0" y="285750"/>
                  </a:moveTo>
                  <a:lnTo>
                    <a:pt x="0" y="9525"/>
                  </a:ln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1123950" y="0"/>
                  </a:lnTo>
                  <a:cubicBezTo>
                    <a:pt x="1126617" y="0"/>
                    <a:pt x="1128776" y="889"/>
                    <a:pt x="1130681" y="2794"/>
                  </a:cubicBezTo>
                  <a:cubicBezTo>
                    <a:pt x="1132586" y="4699"/>
                    <a:pt x="1133475" y="6858"/>
                    <a:pt x="1133475" y="9525"/>
                  </a:cubicBezTo>
                  <a:lnTo>
                    <a:pt x="1133475" y="285750"/>
                  </a:lnTo>
                  <a:cubicBezTo>
                    <a:pt x="1133475" y="288417"/>
                    <a:pt x="1132586" y="290576"/>
                    <a:pt x="1130681" y="292481"/>
                  </a:cubicBezTo>
                  <a:cubicBezTo>
                    <a:pt x="1128776" y="294386"/>
                    <a:pt x="1126617" y="295275"/>
                    <a:pt x="1123950" y="295275"/>
                  </a:cubicBezTo>
                  <a:lnTo>
                    <a:pt x="9525" y="295275"/>
                  </a:lnTo>
                  <a:cubicBezTo>
                    <a:pt x="6858" y="295275"/>
                    <a:pt x="4699" y="294386"/>
                    <a:pt x="2794" y="292481"/>
                  </a:cubicBezTo>
                  <a:cubicBezTo>
                    <a:pt x="889" y="290576"/>
                    <a:pt x="0" y="288417"/>
                    <a:pt x="0" y="285750"/>
                  </a:cubicBezTo>
                </a:path>
              </a:pathLst>
            </a:custGeom>
            <a:solidFill>
              <a:srgbClr val="D0E1FB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46507" y="176657"/>
              <a:ext cx="38994" cy="43434"/>
            </a:xfrm>
            <a:custGeom>
              <a:avLst/>
              <a:gdLst/>
              <a:ahLst/>
              <a:cxnLst/>
              <a:rect r="r" b="b" t="t" l="l"/>
              <a:pathLst>
                <a:path h="43434" w="38994">
                  <a:moveTo>
                    <a:pt x="11938" y="0"/>
                  </a:moveTo>
                  <a:cubicBezTo>
                    <a:pt x="18542" y="127"/>
                    <a:pt x="21082" y="381"/>
                    <a:pt x="23241" y="762"/>
                  </a:cubicBezTo>
                  <a:cubicBezTo>
                    <a:pt x="23368" y="762"/>
                    <a:pt x="23495" y="762"/>
                    <a:pt x="23622" y="889"/>
                  </a:cubicBezTo>
                  <a:cubicBezTo>
                    <a:pt x="26289" y="1778"/>
                    <a:pt x="28321" y="2794"/>
                    <a:pt x="30353" y="4191"/>
                  </a:cubicBezTo>
                  <a:cubicBezTo>
                    <a:pt x="30480" y="4191"/>
                    <a:pt x="30480" y="4318"/>
                    <a:pt x="30607" y="4318"/>
                  </a:cubicBezTo>
                  <a:cubicBezTo>
                    <a:pt x="32512" y="5969"/>
                    <a:pt x="34417" y="7874"/>
                    <a:pt x="35814" y="9906"/>
                  </a:cubicBezTo>
                  <a:cubicBezTo>
                    <a:pt x="35941" y="10033"/>
                    <a:pt x="35941" y="10033"/>
                    <a:pt x="35941" y="10160"/>
                  </a:cubicBezTo>
                  <a:cubicBezTo>
                    <a:pt x="37084" y="12192"/>
                    <a:pt x="38227" y="14986"/>
                    <a:pt x="38862" y="17526"/>
                  </a:cubicBezTo>
                  <a:cubicBezTo>
                    <a:pt x="38862" y="17653"/>
                    <a:pt x="38862" y="17780"/>
                    <a:pt x="38862" y="17907"/>
                  </a:cubicBezTo>
                  <a:cubicBezTo>
                    <a:pt x="39116" y="19939"/>
                    <a:pt x="38989" y="22606"/>
                    <a:pt x="38608" y="25273"/>
                  </a:cubicBezTo>
                  <a:cubicBezTo>
                    <a:pt x="38608" y="25400"/>
                    <a:pt x="38608" y="25527"/>
                    <a:pt x="38481" y="25654"/>
                  </a:cubicBezTo>
                  <a:cubicBezTo>
                    <a:pt x="37719" y="28321"/>
                    <a:pt x="36830" y="30353"/>
                    <a:pt x="35560" y="32385"/>
                  </a:cubicBezTo>
                  <a:cubicBezTo>
                    <a:pt x="35560" y="32512"/>
                    <a:pt x="35433" y="32512"/>
                    <a:pt x="35433" y="32639"/>
                  </a:cubicBezTo>
                  <a:cubicBezTo>
                    <a:pt x="33909" y="34671"/>
                    <a:pt x="32131" y="36576"/>
                    <a:pt x="30226" y="38227"/>
                  </a:cubicBezTo>
                  <a:cubicBezTo>
                    <a:pt x="30099" y="38227"/>
                    <a:pt x="30099" y="38354"/>
                    <a:pt x="29972" y="38354"/>
                  </a:cubicBezTo>
                  <a:cubicBezTo>
                    <a:pt x="27940" y="39751"/>
                    <a:pt x="26035" y="40894"/>
                    <a:pt x="24003" y="41783"/>
                  </a:cubicBezTo>
                  <a:cubicBezTo>
                    <a:pt x="23876" y="41783"/>
                    <a:pt x="23876" y="41783"/>
                    <a:pt x="23749" y="41910"/>
                  </a:cubicBezTo>
                  <a:cubicBezTo>
                    <a:pt x="21717" y="42545"/>
                    <a:pt x="19812" y="43053"/>
                    <a:pt x="17780" y="43307"/>
                  </a:cubicBezTo>
                  <a:cubicBezTo>
                    <a:pt x="17653" y="43307"/>
                    <a:pt x="17653" y="43307"/>
                    <a:pt x="17526" y="43307"/>
                  </a:cubicBezTo>
                  <a:cubicBezTo>
                    <a:pt x="15875" y="43434"/>
                    <a:pt x="10922" y="43434"/>
                    <a:pt x="2794" y="43434"/>
                  </a:cubicBezTo>
                  <a:cubicBezTo>
                    <a:pt x="1270" y="43434"/>
                    <a:pt x="0" y="42164"/>
                    <a:pt x="0" y="40640"/>
                  </a:cubicBezTo>
                  <a:cubicBezTo>
                    <a:pt x="0" y="39116"/>
                    <a:pt x="1270" y="37846"/>
                    <a:pt x="2794" y="37846"/>
                  </a:cubicBezTo>
                  <a:cubicBezTo>
                    <a:pt x="10922" y="37846"/>
                    <a:pt x="15748" y="37846"/>
                    <a:pt x="17272" y="37719"/>
                  </a:cubicBezTo>
                  <a:lnTo>
                    <a:pt x="17399" y="40513"/>
                  </a:lnTo>
                  <a:lnTo>
                    <a:pt x="17018" y="37846"/>
                  </a:lnTo>
                  <a:cubicBezTo>
                    <a:pt x="18669" y="37592"/>
                    <a:pt x="20320" y="37211"/>
                    <a:pt x="21971" y="36703"/>
                  </a:cubicBezTo>
                  <a:lnTo>
                    <a:pt x="22860" y="39370"/>
                  </a:lnTo>
                  <a:lnTo>
                    <a:pt x="21717" y="36830"/>
                  </a:lnTo>
                  <a:cubicBezTo>
                    <a:pt x="23368" y="36068"/>
                    <a:pt x="25019" y="35179"/>
                    <a:pt x="26670" y="34036"/>
                  </a:cubicBezTo>
                  <a:lnTo>
                    <a:pt x="28321" y="36322"/>
                  </a:lnTo>
                  <a:lnTo>
                    <a:pt x="26543" y="34290"/>
                  </a:lnTo>
                  <a:cubicBezTo>
                    <a:pt x="28194" y="32893"/>
                    <a:pt x="29718" y="31242"/>
                    <a:pt x="30988" y="29591"/>
                  </a:cubicBezTo>
                  <a:lnTo>
                    <a:pt x="33147" y="31242"/>
                  </a:lnTo>
                  <a:lnTo>
                    <a:pt x="30734" y="29845"/>
                  </a:lnTo>
                  <a:cubicBezTo>
                    <a:pt x="31750" y="28194"/>
                    <a:pt x="32385" y="26543"/>
                    <a:pt x="33147" y="24384"/>
                  </a:cubicBezTo>
                  <a:lnTo>
                    <a:pt x="35814" y="25146"/>
                  </a:lnTo>
                  <a:lnTo>
                    <a:pt x="33147" y="24765"/>
                  </a:lnTo>
                  <a:cubicBezTo>
                    <a:pt x="33528" y="22606"/>
                    <a:pt x="33528" y="20320"/>
                    <a:pt x="33401" y="18796"/>
                  </a:cubicBezTo>
                  <a:lnTo>
                    <a:pt x="36195" y="18542"/>
                  </a:lnTo>
                  <a:lnTo>
                    <a:pt x="33528" y="19177"/>
                  </a:lnTo>
                  <a:cubicBezTo>
                    <a:pt x="33020" y="17018"/>
                    <a:pt x="32131" y="14859"/>
                    <a:pt x="31242" y="13208"/>
                  </a:cubicBezTo>
                  <a:lnTo>
                    <a:pt x="33655" y="11811"/>
                  </a:lnTo>
                  <a:lnTo>
                    <a:pt x="31496" y="13462"/>
                  </a:lnTo>
                  <a:cubicBezTo>
                    <a:pt x="30226" y="11811"/>
                    <a:pt x="28829" y="10287"/>
                    <a:pt x="27178" y="8890"/>
                  </a:cubicBezTo>
                  <a:lnTo>
                    <a:pt x="28956" y="6731"/>
                  </a:lnTo>
                  <a:lnTo>
                    <a:pt x="27432" y="9017"/>
                  </a:lnTo>
                  <a:cubicBezTo>
                    <a:pt x="25781" y="8001"/>
                    <a:pt x="24130" y="7112"/>
                    <a:pt x="21844" y="6350"/>
                  </a:cubicBezTo>
                  <a:lnTo>
                    <a:pt x="22733" y="3683"/>
                  </a:lnTo>
                  <a:lnTo>
                    <a:pt x="22225" y="6350"/>
                  </a:lnTo>
                  <a:cubicBezTo>
                    <a:pt x="20701" y="6096"/>
                    <a:pt x="18542" y="5715"/>
                    <a:pt x="12065" y="5715"/>
                  </a:cubicBezTo>
                  <a:cubicBezTo>
                    <a:pt x="10541" y="5715"/>
                    <a:pt x="9271" y="4445"/>
                    <a:pt x="9398" y="2921"/>
                  </a:cubicBezTo>
                  <a:cubicBezTo>
                    <a:pt x="9525" y="1397"/>
                    <a:pt x="10668" y="127"/>
                    <a:pt x="12192" y="254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38267" y="169028"/>
              <a:ext cx="22845" cy="61589"/>
            </a:xfrm>
            <a:custGeom>
              <a:avLst/>
              <a:gdLst/>
              <a:ahLst/>
              <a:cxnLst/>
              <a:rect r="r" b="b" t="t" l="l"/>
              <a:pathLst>
                <a:path h="61589" w="22845">
                  <a:moveTo>
                    <a:pt x="22718" y="2676"/>
                  </a:moveTo>
                  <a:cubicBezTo>
                    <a:pt x="22845" y="6232"/>
                    <a:pt x="22972" y="14233"/>
                    <a:pt x="22591" y="20075"/>
                  </a:cubicBezTo>
                  <a:cubicBezTo>
                    <a:pt x="22591" y="20075"/>
                    <a:pt x="22591" y="20202"/>
                    <a:pt x="22591" y="20202"/>
                  </a:cubicBezTo>
                  <a:cubicBezTo>
                    <a:pt x="22083" y="24520"/>
                    <a:pt x="21575" y="28076"/>
                    <a:pt x="20686" y="31886"/>
                  </a:cubicBezTo>
                  <a:cubicBezTo>
                    <a:pt x="20686" y="31886"/>
                    <a:pt x="20686" y="32013"/>
                    <a:pt x="20686" y="32013"/>
                  </a:cubicBezTo>
                  <a:cubicBezTo>
                    <a:pt x="19670" y="35696"/>
                    <a:pt x="18400" y="39252"/>
                    <a:pt x="17130" y="42681"/>
                  </a:cubicBezTo>
                  <a:cubicBezTo>
                    <a:pt x="17130" y="42808"/>
                    <a:pt x="17130" y="42808"/>
                    <a:pt x="17003" y="42935"/>
                  </a:cubicBezTo>
                  <a:cubicBezTo>
                    <a:pt x="13574" y="49666"/>
                    <a:pt x="11415" y="52968"/>
                    <a:pt x="9256" y="55762"/>
                  </a:cubicBezTo>
                  <a:cubicBezTo>
                    <a:pt x="9256" y="55762"/>
                    <a:pt x="9129" y="55889"/>
                    <a:pt x="9129" y="55889"/>
                  </a:cubicBezTo>
                  <a:cubicBezTo>
                    <a:pt x="7732" y="57540"/>
                    <a:pt x="6335" y="59191"/>
                    <a:pt x="4811" y="60715"/>
                  </a:cubicBezTo>
                  <a:cubicBezTo>
                    <a:pt x="3795" y="61858"/>
                    <a:pt x="2017" y="61858"/>
                    <a:pt x="874" y="60842"/>
                  </a:cubicBezTo>
                  <a:cubicBezTo>
                    <a:pt x="-269" y="59826"/>
                    <a:pt x="-269" y="58048"/>
                    <a:pt x="747" y="56905"/>
                  </a:cubicBezTo>
                  <a:cubicBezTo>
                    <a:pt x="2144" y="55508"/>
                    <a:pt x="3414" y="53984"/>
                    <a:pt x="4811" y="52333"/>
                  </a:cubicBezTo>
                  <a:lnTo>
                    <a:pt x="6970" y="54111"/>
                  </a:lnTo>
                  <a:lnTo>
                    <a:pt x="4811" y="52460"/>
                  </a:lnTo>
                  <a:cubicBezTo>
                    <a:pt x="6716" y="49793"/>
                    <a:pt x="8875" y="46872"/>
                    <a:pt x="12050" y="40395"/>
                  </a:cubicBezTo>
                  <a:lnTo>
                    <a:pt x="14463" y="41665"/>
                  </a:lnTo>
                  <a:lnTo>
                    <a:pt x="11923" y="40649"/>
                  </a:lnTo>
                  <a:cubicBezTo>
                    <a:pt x="13193" y="37474"/>
                    <a:pt x="14336" y="34172"/>
                    <a:pt x="15352" y="30616"/>
                  </a:cubicBezTo>
                  <a:lnTo>
                    <a:pt x="18019" y="31378"/>
                  </a:lnTo>
                  <a:lnTo>
                    <a:pt x="15352" y="30743"/>
                  </a:lnTo>
                  <a:cubicBezTo>
                    <a:pt x="16114" y="27060"/>
                    <a:pt x="16749" y="23758"/>
                    <a:pt x="17130" y="19567"/>
                  </a:cubicBezTo>
                  <a:lnTo>
                    <a:pt x="19924" y="19821"/>
                  </a:lnTo>
                  <a:lnTo>
                    <a:pt x="17130" y="19694"/>
                  </a:lnTo>
                  <a:cubicBezTo>
                    <a:pt x="17511" y="13979"/>
                    <a:pt x="17511" y="6232"/>
                    <a:pt x="17257" y="2930"/>
                  </a:cubicBezTo>
                  <a:cubicBezTo>
                    <a:pt x="17130" y="1406"/>
                    <a:pt x="18400" y="136"/>
                    <a:pt x="19797" y="9"/>
                  </a:cubicBezTo>
                  <a:cubicBezTo>
                    <a:pt x="21194" y="-118"/>
                    <a:pt x="22591" y="1152"/>
                    <a:pt x="22718" y="2549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6556" y="185663"/>
              <a:ext cx="87954" cy="58120"/>
            </a:xfrm>
            <a:custGeom>
              <a:avLst/>
              <a:gdLst/>
              <a:ahLst/>
              <a:cxnLst/>
              <a:rect r="r" b="b" t="t" l="l"/>
              <a:pathLst>
                <a:path h="58120" w="87954">
                  <a:moveTo>
                    <a:pt x="86395" y="44334"/>
                  </a:moveTo>
                  <a:cubicBezTo>
                    <a:pt x="83601" y="47001"/>
                    <a:pt x="80934" y="49033"/>
                    <a:pt x="77759" y="51192"/>
                  </a:cubicBezTo>
                  <a:cubicBezTo>
                    <a:pt x="77759" y="51192"/>
                    <a:pt x="77632" y="51319"/>
                    <a:pt x="77632" y="51319"/>
                  </a:cubicBezTo>
                  <a:cubicBezTo>
                    <a:pt x="74457" y="53097"/>
                    <a:pt x="71282" y="54621"/>
                    <a:pt x="67980" y="55891"/>
                  </a:cubicBezTo>
                  <a:cubicBezTo>
                    <a:pt x="67980" y="55891"/>
                    <a:pt x="67853" y="55891"/>
                    <a:pt x="67853" y="55891"/>
                  </a:cubicBezTo>
                  <a:cubicBezTo>
                    <a:pt x="64551" y="56780"/>
                    <a:pt x="60995" y="57542"/>
                    <a:pt x="57058" y="58050"/>
                  </a:cubicBezTo>
                  <a:cubicBezTo>
                    <a:pt x="56931" y="58050"/>
                    <a:pt x="56931" y="58050"/>
                    <a:pt x="56804" y="58050"/>
                  </a:cubicBezTo>
                  <a:cubicBezTo>
                    <a:pt x="52994" y="58177"/>
                    <a:pt x="49311" y="58177"/>
                    <a:pt x="45247" y="57669"/>
                  </a:cubicBezTo>
                  <a:cubicBezTo>
                    <a:pt x="45120" y="57669"/>
                    <a:pt x="45120" y="57669"/>
                    <a:pt x="44993" y="57669"/>
                  </a:cubicBezTo>
                  <a:cubicBezTo>
                    <a:pt x="41183" y="57034"/>
                    <a:pt x="37881" y="56145"/>
                    <a:pt x="34706" y="55129"/>
                  </a:cubicBezTo>
                  <a:cubicBezTo>
                    <a:pt x="34579" y="55129"/>
                    <a:pt x="34579" y="55129"/>
                    <a:pt x="34452" y="55002"/>
                  </a:cubicBezTo>
                  <a:cubicBezTo>
                    <a:pt x="30769" y="53478"/>
                    <a:pt x="28102" y="51954"/>
                    <a:pt x="25054" y="50049"/>
                  </a:cubicBezTo>
                  <a:cubicBezTo>
                    <a:pt x="25054" y="50049"/>
                    <a:pt x="24927" y="49922"/>
                    <a:pt x="24927" y="49922"/>
                  </a:cubicBezTo>
                  <a:cubicBezTo>
                    <a:pt x="22006" y="47763"/>
                    <a:pt x="19212" y="45350"/>
                    <a:pt x="16545" y="42683"/>
                  </a:cubicBezTo>
                  <a:cubicBezTo>
                    <a:pt x="16545" y="42683"/>
                    <a:pt x="16418" y="42556"/>
                    <a:pt x="16418" y="42556"/>
                  </a:cubicBezTo>
                  <a:cubicBezTo>
                    <a:pt x="14005" y="39762"/>
                    <a:pt x="11719" y="36587"/>
                    <a:pt x="9687" y="33412"/>
                  </a:cubicBezTo>
                  <a:cubicBezTo>
                    <a:pt x="9687" y="33412"/>
                    <a:pt x="9687" y="33285"/>
                    <a:pt x="9560" y="33285"/>
                  </a:cubicBezTo>
                  <a:cubicBezTo>
                    <a:pt x="7655" y="29983"/>
                    <a:pt x="6004" y="26554"/>
                    <a:pt x="4607" y="23125"/>
                  </a:cubicBezTo>
                  <a:cubicBezTo>
                    <a:pt x="4607" y="23125"/>
                    <a:pt x="4607" y="22998"/>
                    <a:pt x="4607" y="22998"/>
                  </a:cubicBezTo>
                  <a:cubicBezTo>
                    <a:pt x="3337" y="19188"/>
                    <a:pt x="2194" y="15378"/>
                    <a:pt x="1305" y="11568"/>
                  </a:cubicBezTo>
                  <a:cubicBezTo>
                    <a:pt x="1305" y="11568"/>
                    <a:pt x="1305" y="11441"/>
                    <a:pt x="1305" y="11441"/>
                  </a:cubicBezTo>
                  <a:cubicBezTo>
                    <a:pt x="797" y="8774"/>
                    <a:pt x="416" y="5980"/>
                    <a:pt x="35" y="3059"/>
                  </a:cubicBezTo>
                  <a:cubicBezTo>
                    <a:pt x="-219" y="1535"/>
                    <a:pt x="924" y="138"/>
                    <a:pt x="2448" y="11"/>
                  </a:cubicBezTo>
                  <a:cubicBezTo>
                    <a:pt x="3972" y="-116"/>
                    <a:pt x="5369" y="900"/>
                    <a:pt x="5496" y="2424"/>
                  </a:cubicBezTo>
                  <a:cubicBezTo>
                    <a:pt x="5877" y="5218"/>
                    <a:pt x="6258" y="7885"/>
                    <a:pt x="6766" y="10552"/>
                  </a:cubicBezTo>
                  <a:lnTo>
                    <a:pt x="4099" y="11060"/>
                  </a:lnTo>
                  <a:lnTo>
                    <a:pt x="6766" y="10425"/>
                  </a:lnTo>
                  <a:cubicBezTo>
                    <a:pt x="7655" y="14108"/>
                    <a:pt x="8671" y="17664"/>
                    <a:pt x="9941" y="21347"/>
                  </a:cubicBezTo>
                  <a:lnTo>
                    <a:pt x="7401" y="22236"/>
                  </a:lnTo>
                  <a:lnTo>
                    <a:pt x="9941" y="21220"/>
                  </a:lnTo>
                  <a:cubicBezTo>
                    <a:pt x="11338" y="24522"/>
                    <a:pt x="12862" y="27697"/>
                    <a:pt x="14640" y="30872"/>
                  </a:cubicBezTo>
                  <a:lnTo>
                    <a:pt x="12227" y="32269"/>
                  </a:lnTo>
                  <a:lnTo>
                    <a:pt x="14513" y="30745"/>
                  </a:lnTo>
                  <a:cubicBezTo>
                    <a:pt x="16418" y="33666"/>
                    <a:pt x="18577" y="36587"/>
                    <a:pt x="20863" y="39254"/>
                  </a:cubicBezTo>
                  <a:lnTo>
                    <a:pt x="18704" y="41032"/>
                  </a:lnTo>
                  <a:lnTo>
                    <a:pt x="20609" y="39127"/>
                  </a:lnTo>
                  <a:cubicBezTo>
                    <a:pt x="23149" y="41667"/>
                    <a:pt x="25689" y="43953"/>
                    <a:pt x="28356" y="45858"/>
                  </a:cubicBezTo>
                  <a:lnTo>
                    <a:pt x="26705" y="48017"/>
                  </a:lnTo>
                  <a:lnTo>
                    <a:pt x="28229" y="45731"/>
                  </a:lnTo>
                  <a:cubicBezTo>
                    <a:pt x="31023" y="47509"/>
                    <a:pt x="33563" y="48779"/>
                    <a:pt x="36992" y="50303"/>
                  </a:cubicBezTo>
                  <a:lnTo>
                    <a:pt x="35849" y="52843"/>
                  </a:lnTo>
                  <a:lnTo>
                    <a:pt x="36738" y="50176"/>
                  </a:lnTo>
                  <a:cubicBezTo>
                    <a:pt x="39659" y="51192"/>
                    <a:pt x="42707" y="51954"/>
                    <a:pt x="46263" y="52589"/>
                  </a:cubicBezTo>
                  <a:lnTo>
                    <a:pt x="45755" y="55256"/>
                  </a:lnTo>
                  <a:lnTo>
                    <a:pt x="46009" y="52462"/>
                  </a:lnTo>
                  <a:cubicBezTo>
                    <a:pt x="49819" y="52843"/>
                    <a:pt x="53375" y="52970"/>
                    <a:pt x="56804" y="52716"/>
                  </a:cubicBezTo>
                  <a:lnTo>
                    <a:pt x="56931" y="55510"/>
                  </a:lnTo>
                  <a:lnTo>
                    <a:pt x="56550" y="52716"/>
                  </a:lnTo>
                  <a:cubicBezTo>
                    <a:pt x="60360" y="52208"/>
                    <a:pt x="63535" y="51573"/>
                    <a:pt x="66583" y="50684"/>
                  </a:cubicBezTo>
                  <a:lnTo>
                    <a:pt x="67345" y="53351"/>
                  </a:lnTo>
                  <a:lnTo>
                    <a:pt x="66456" y="50811"/>
                  </a:lnTo>
                  <a:cubicBezTo>
                    <a:pt x="69504" y="49668"/>
                    <a:pt x="72298" y="48398"/>
                    <a:pt x="75346" y="46620"/>
                  </a:cubicBezTo>
                  <a:lnTo>
                    <a:pt x="76743" y="49033"/>
                  </a:lnTo>
                  <a:lnTo>
                    <a:pt x="75219" y="46747"/>
                  </a:lnTo>
                  <a:cubicBezTo>
                    <a:pt x="78140" y="44842"/>
                    <a:pt x="80553" y="42810"/>
                    <a:pt x="83220" y="40397"/>
                  </a:cubicBezTo>
                  <a:cubicBezTo>
                    <a:pt x="84363" y="39381"/>
                    <a:pt x="86014" y="39381"/>
                    <a:pt x="87157" y="40524"/>
                  </a:cubicBezTo>
                  <a:cubicBezTo>
                    <a:pt x="88300" y="41667"/>
                    <a:pt x="88173" y="43318"/>
                    <a:pt x="87030" y="44461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55956" y="169037"/>
              <a:ext cx="105029" cy="5715"/>
            </a:xfrm>
            <a:custGeom>
              <a:avLst/>
              <a:gdLst/>
              <a:ahLst/>
              <a:cxnLst/>
              <a:rect r="r" b="b" t="t" l="l"/>
              <a:pathLst>
                <a:path h="5715" w="105029">
                  <a:moveTo>
                    <a:pt x="102235" y="5588"/>
                  </a:moveTo>
                  <a:lnTo>
                    <a:pt x="2794" y="5715"/>
                  </a:lnTo>
                  <a:cubicBezTo>
                    <a:pt x="1270" y="5715"/>
                    <a:pt x="0" y="4445"/>
                    <a:pt x="0" y="2921"/>
                  </a:cubicBezTo>
                  <a:cubicBezTo>
                    <a:pt x="0" y="1397"/>
                    <a:pt x="1270" y="127"/>
                    <a:pt x="2794" y="127"/>
                  </a:cubicBezTo>
                  <a:lnTo>
                    <a:pt x="102235" y="0"/>
                  </a:lnTo>
                  <a:cubicBezTo>
                    <a:pt x="103759" y="0"/>
                    <a:pt x="105029" y="1270"/>
                    <a:pt x="105029" y="2794"/>
                  </a:cubicBezTo>
                  <a:cubicBezTo>
                    <a:pt x="105029" y="4318"/>
                    <a:pt x="103759" y="5588"/>
                    <a:pt x="102235" y="5588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6210" y="247777"/>
              <a:ext cx="106045" cy="5588"/>
            </a:xfrm>
            <a:custGeom>
              <a:avLst/>
              <a:gdLst/>
              <a:ahLst/>
              <a:cxnLst/>
              <a:rect r="r" b="b" t="t" l="l"/>
              <a:pathLst>
                <a:path h="5588" w="106045">
                  <a:moveTo>
                    <a:pt x="2794" y="0"/>
                  </a:moveTo>
                  <a:lnTo>
                    <a:pt x="103251" y="0"/>
                  </a:lnTo>
                  <a:cubicBezTo>
                    <a:pt x="104775" y="0"/>
                    <a:pt x="106045" y="1270"/>
                    <a:pt x="106045" y="2794"/>
                  </a:cubicBezTo>
                  <a:cubicBezTo>
                    <a:pt x="106045" y="4318"/>
                    <a:pt x="104775" y="5588"/>
                    <a:pt x="103251" y="5588"/>
                  </a:cubicBezTo>
                  <a:lnTo>
                    <a:pt x="2794" y="5588"/>
                  </a:lnTo>
                  <a:cubicBezTo>
                    <a:pt x="1270" y="5588"/>
                    <a:pt x="0" y="4318"/>
                    <a:pt x="0" y="2794"/>
                  </a:cubicBezTo>
                  <a:cubicBezTo>
                    <a:pt x="0" y="1270"/>
                    <a:pt x="1270" y="0"/>
                    <a:pt x="2794" y="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5956" y="169164"/>
              <a:ext cx="5715" cy="21717"/>
            </a:xfrm>
            <a:custGeom>
              <a:avLst/>
              <a:gdLst/>
              <a:ahLst/>
              <a:cxnLst/>
              <a:rect r="r" b="b" t="t" l="l"/>
              <a:pathLst>
                <a:path h="21717" w="5715">
                  <a:moveTo>
                    <a:pt x="254" y="19050"/>
                  </a:moveTo>
                  <a:lnTo>
                    <a:pt x="0" y="2794"/>
                  </a:lnTo>
                  <a:cubicBezTo>
                    <a:pt x="0" y="1270"/>
                    <a:pt x="1143" y="0"/>
                    <a:pt x="2667" y="0"/>
                  </a:cubicBezTo>
                  <a:cubicBezTo>
                    <a:pt x="4191" y="0"/>
                    <a:pt x="5461" y="1143"/>
                    <a:pt x="5461" y="2667"/>
                  </a:cubicBezTo>
                  <a:lnTo>
                    <a:pt x="5715" y="18923"/>
                  </a:lnTo>
                  <a:cubicBezTo>
                    <a:pt x="5715" y="20447"/>
                    <a:pt x="4572" y="21717"/>
                    <a:pt x="3048" y="21717"/>
                  </a:cubicBezTo>
                  <a:cubicBezTo>
                    <a:pt x="1524" y="21717"/>
                    <a:pt x="254" y="20574"/>
                    <a:pt x="254" y="1905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99074" y="1372238"/>
            <a:ext cx="777202" cy="18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3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CASE STUDY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0163" y="1601838"/>
            <a:ext cx="3137906" cy="58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5"/>
              </a:lnSpc>
            </a:pPr>
            <a:r>
              <a:rPr lang="en-US" b="true" sz="3051" spc="-12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About Starbucks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8941" y="2235517"/>
            <a:ext cx="1000496" cy="1206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20"/>
              </a:lnSpc>
            </a:pPr>
            <a:r>
              <a:rPr lang="en-US" b="true" sz="4029" spc="-1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1971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7765" y="3458423"/>
            <a:ext cx="31613" cy="29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3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993679" y="2235517"/>
            <a:ext cx="1179519" cy="1206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20"/>
              </a:lnSpc>
            </a:pPr>
            <a:r>
              <a:rPr lang="en-US" b="true" sz="4029" spc="-1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35K+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217659" y="3458423"/>
            <a:ext cx="31613" cy="29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3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815926" y="2235517"/>
            <a:ext cx="1607991" cy="1206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20"/>
              </a:lnSpc>
            </a:pPr>
            <a:r>
              <a:rPr lang="en-US" b="true" sz="4029" spc="-1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400K+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512518" y="3458423"/>
            <a:ext cx="31613" cy="29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3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29841" y="3544148"/>
            <a:ext cx="1855603" cy="20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8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Seattle,</a:t>
            </a:r>
            <a:r>
              <a:rPr lang="en-US" sz="122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Washington,</a:t>
            </a:r>
            <a:r>
              <a:rPr lang="en-US" sz="122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USA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760459" y="3525098"/>
            <a:ext cx="1750847" cy="472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Storesin80+countries</a:t>
            </a:r>
            <a:r>
              <a:rPr lang="en-US" sz="122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worldwide</a:t>
            </a:r>
            <a:r>
              <a:rPr lang="en-US" sz="122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724695" y="3525098"/>
            <a:ext cx="1794110" cy="22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Employeesreferredtoas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247675" y="3772748"/>
            <a:ext cx="727262" cy="22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"partners"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23798" y="4287098"/>
            <a:ext cx="5337191" cy="57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sz="122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Starbucks is one of the world's most recognized coffee brands 4 built on a </a:t>
            </a:r>
          </a:p>
          <a:p>
            <a:pPr algn="l">
              <a:lnSpc>
                <a:spcPts val="849"/>
              </a:lnSpc>
            </a:pPr>
            <a:r>
              <a:rPr lang="en-US" sz="122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culture of people-first leadership and exceptional customer experience.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t="-3" r="-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-63246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3258" y="728272"/>
            <a:ext cx="1633728" cy="148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2"/>
              </a:lnSpc>
            </a:pPr>
            <a:r>
              <a:rPr lang="en-US" sz="78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SERVANT LEADERSHIP IN ACTION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0163" y="917638"/>
            <a:ext cx="7697181" cy="449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1"/>
              </a:lnSpc>
            </a:pPr>
            <a:r>
              <a:rPr lang="en-US" b="true" sz="2441" spc="-9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Why &amp; How Starbucks Practices Servant Leadership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3178" y="1463745"/>
            <a:ext cx="30509" cy="339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b="true" sz="1220" spc="-4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0163" y="1463745"/>
            <a:ext cx="2049485" cy="339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b="true" sz="1220" spc="-4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Why</a:t>
            </a:r>
            <a:r>
              <a:rPr lang="en-US" b="true" sz="1220" spc="-4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220" spc="-4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Starbucks</a:t>
            </a:r>
            <a:r>
              <a:rPr lang="en-US" b="true" sz="1220" spc="-4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220" spc="-4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Embraces</a:t>
            </a:r>
            <a:r>
              <a:rPr lang="en-US" b="true" sz="1220" spc="-4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220" spc="-4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3666" y="1901895"/>
            <a:ext cx="1956568" cy="339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b="true" sz="1220" spc="-4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"Partners," Not Employees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1277" y="2324738"/>
            <a:ext cx="25298" cy="16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3666" y="3159195"/>
            <a:ext cx="2814504" cy="272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4"/>
              </a:lnSpc>
            </a:pPr>
            <a:r>
              <a:rPr lang="en-US" b="true" sz="1220" spc="-4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Happy Employees = Happy Customers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1738" y="3439163"/>
            <a:ext cx="25298" cy="25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74962" y="1978095"/>
            <a:ext cx="1462735" cy="262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3"/>
              </a:lnSpc>
            </a:pPr>
            <a:r>
              <a:rPr lang="en-US" b="true" sz="1220" spc="-4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Respect &amp; Inclusion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65221" y="2248538"/>
            <a:ext cx="25298" cy="244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75734" y="4035495"/>
            <a:ext cx="1647634" cy="272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4"/>
              </a:lnSpc>
            </a:pPr>
            <a:r>
              <a:rPr lang="en-US" b="true" sz="1220" spc="-4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Open Communication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26619" y="4315463"/>
            <a:ext cx="25298" cy="25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75734" y="4987995"/>
            <a:ext cx="1682239" cy="272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4"/>
              </a:lnSpc>
            </a:pPr>
            <a:r>
              <a:rPr lang="en-US" b="true" sz="1220" spc="-4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Supportive Leadership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42405" y="5267963"/>
            <a:ext cx="25298" cy="25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75734" y="3092520"/>
            <a:ext cx="1797282" cy="262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3"/>
              </a:lnSpc>
            </a:pPr>
            <a:r>
              <a:rPr lang="en-US" b="true" sz="1220" spc="-4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Training &amp; Development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74101" y="3362963"/>
            <a:ext cx="25298" cy="244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72915" y="1539945"/>
            <a:ext cx="1833658" cy="85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3"/>
              </a:lnSpc>
            </a:pPr>
            <a:r>
              <a:rPr lang="en-US" b="true" sz="1220" spc="-4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How</a:t>
            </a:r>
            <a:r>
              <a:rPr lang="en-US" b="true" sz="1220" spc="-4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220" spc="-4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They</a:t>
            </a:r>
            <a:r>
              <a:rPr lang="en-US" b="true" sz="1220" spc="-4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220" spc="-4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Practice</a:t>
            </a:r>
            <a:r>
              <a:rPr lang="en-US" b="true" sz="1220" spc="-4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220" spc="-4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It</a:t>
            </a:r>
          </a:p>
          <a:p>
            <a:pPr algn="l">
              <a:lnSpc>
                <a:spcPts val="2160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</a:p>
          <a:p>
            <a:pPr algn="l">
              <a:lnSpc>
                <a:spcPts val="2699"/>
              </a:lnSpc>
            </a:pPr>
            <a:r>
              <a:rPr lang="en-US" b="true" sz="1220" spc="-4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Comprehensive Benefits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253353" y="2429513"/>
            <a:ext cx="25298" cy="225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3666" y="2315213"/>
            <a:ext cx="2082098" cy="53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4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Everyteam member iscalleda partner 4 reflecting mutual respect and shared ownership.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3666" y="3524888"/>
            <a:ext cx="4584516" cy="16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Corebelief:investinginpeopledirectlydrivesexceptional customer experience.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274962" y="2315213"/>
            <a:ext cx="2097738" cy="17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4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Aculture ofdignityandbelonging is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74962" y="2496188"/>
            <a:ext cx="1669428" cy="17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4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central to Starbucks' identity.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75734" y="4296413"/>
            <a:ext cx="4161425" cy="27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Leaderslistenactivelyandcreate safe spaces for feedback at every level.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59809" y="4648838"/>
            <a:ext cx="158972" cy="27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75734" y="5353688"/>
            <a:ext cx="4484132" cy="16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Managersaretrainedtocoach,support, and remove obstacles for their teams.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875734" y="2381888"/>
            <a:ext cx="4695425" cy="27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Healthcoverage,stockoptions,and tuition support 4 even for part-time partners.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63085" y="2743838"/>
            <a:ext cx="152400" cy="27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75734" y="3334388"/>
            <a:ext cx="4766739" cy="27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Ongoinglearningprogramstogrow skills and advance careers within the company.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861447" y="3696338"/>
            <a:ext cx="155686" cy="27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t="-3" r="-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-63246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99074" y="1153163"/>
            <a:ext cx="721309" cy="18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3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OUTCOMES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0163" y="1382763"/>
            <a:ext cx="5325113" cy="58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5"/>
              </a:lnSpc>
            </a:pPr>
            <a:r>
              <a:rPr lang="en-US" b="true" sz="3051" spc="-12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Benefits Starbucks Achieved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0163" y="2705967"/>
            <a:ext cx="2114655" cy="31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High Employee Loyalty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5522" y="3039323"/>
            <a:ext cx="31613" cy="29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3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0163" y="4410942"/>
            <a:ext cx="2563959" cy="328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Excellent Customer Service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3434" y="4753823"/>
            <a:ext cx="31613" cy="30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2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11888" y="4410942"/>
            <a:ext cx="1619345" cy="328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Global Expansion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89072" y="4753823"/>
            <a:ext cx="31613" cy="30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2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11888" y="2705967"/>
            <a:ext cx="2304659" cy="31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Strong Brand Reputation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45259" y="3039323"/>
            <a:ext cx="31613" cy="29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3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0163" y="3105998"/>
            <a:ext cx="5060137" cy="472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Lowerturnoverratesthanindustry average, driven by genuine care for partner well-being.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0163" y="4830023"/>
            <a:ext cx="5097037" cy="472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Engagedemployeesconsistentlydeliver warm, personalized customer experiences.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11888" y="3105998"/>
            <a:ext cx="4831223" cy="472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Recognizedgloballyasoneoftheworld's most admired and ethical companies.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11888" y="4830023"/>
            <a:ext cx="5050136" cy="22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Scaledsuccessfullyto80+ countries, sustained by a replicable people-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11888" y="5077673"/>
            <a:ext cx="860317" cy="22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first culture.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t="-3" r="-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-63246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9525"/>
            <a:ext cx="11430000" cy="6429375"/>
            <a:chOff x="0" y="0"/>
            <a:chExt cx="15240000" cy="8572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400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" t="0" r="-24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63503" y="-53978"/>
            <a:ext cx="11556997" cy="6556372"/>
          </a:xfrm>
          <a:custGeom>
            <a:avLst/>
            <a:gdLst/>
            <a:ahLst/>
            <a:cxnLst/>
            <a:rect r="r" b="b" t="t" l="l"/>
            <a:pathLst>
              <a:path h="6556372" w="11556997">
                <a:moveTo>
                  <a:pt x="0" y="0"/>
                </a:moveTo>
                <a:lnTo>
                  <a:pt x="11556997" y="0"/>
                </a:lnTo>
                <a:lnTo>
                  <a:pt x="11556997" y="6556372"/>
                </a:lnTo>
                <a:lnTo>
                  <a:pt x="0" y="65563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39496" y="2779776"/>
            <a:ext cx="234696" cy="188976"/>
            <a:chOff x="0" y="0"/>
            <a:chExt cx="312928" cy="2519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2928" cy="251968"/>
            </a:xfrm>
            <a:custGeom>
              <a:avLst/>
              <a:gdLst/>
              <a:ahLst/>
              <a:cxnLst/>
              <a:rect r="r" b="b" t="t" l="l"/>
              <a:pathLst>
                <a:path h="251968" w="312928">
                  <a:moveTo>
                    <a:pt x="0" y="0"/>
                  </a:moveTo>
                  <a:lnTo>
                    <a:pt x="312928" y="0"/>
                  </a:lnTo>
                  <a:lnTo>
                    <a:pt x="312928" y="251968"/>
                  </a:lnTo>
                  <a:lnTo>
                    <a:pt x="0" y="251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003672" y="2774947"/>
            <a:ext cx="3422647" cy="1955797"/>
          </a:xfrm>
          <a:custGeom>
            <a:avLst/>
            <a:gdLst/>
            <a:ahLst/>
            <a:cxnLst/>
            <a:rect r="r" b="b" t="t" l="l"/>
            <a:pathLst>
              <a:path h="1955797" w="3422647">
                <a:moveTo>
                  <a:pt x="0" y="0"/>
                </a:moveTo>
                <a:lnTo>
                  <a:pt x="3422647" y="0"/>
                </a:lnTo>
                <a:lnTo>
                  <a:pt x="3422647" y="1955797"/>
                </a:lnTo>
                <a:lnTo>
                  <a:pt x="0" y="19557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451722" y="2774947"/>
            <a:ext cx="3422647" cy="1955797"/>
          </a:xfrm>
          <a:custGeom>
            <a:avLst/>
            <a:gdLst/>
            <a:ahLst/>
            <a:cxnLst/>
            <a:rect r="r" b="b" t="t" l="l"/>
            <a:pathLst>
              <a:path h="1955797" w="3422647">
                <a:moveTo>
                  <a:pt x="0" y="0"/>
                </a:moveTo>
                <a:lnTo>
                  <a:pt x="3422647" y="0"/>
                </a:lnTo>
                <a:lnTo>
                  <a:pt x="3422647" y="1955797"/>
                </a:lnTo>
                <a:lnTo>
                  <a:pt x="0" y="19557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745992" y="4532376"/>
            <a:ext cx="243840" cy="198120"/>
            <a:chOff x="0" y="0"/>
            <a:chExt cx="325120" cy="264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5120" cy="264160"/>
            </a:xfrm>
            <a:custGeom>
              <a:avLst/>
              <a:gdLst/>
              <a:ahLst/>
              <a:cxnLst/>
              <a:rect r="r" b="b" t="t" l="l"/>
              <a:pathLst>
                <a:path h="264160" w="325120">
                  <a:moveTo>
                    <a:pt x="0" y="0"/>
                  </a:moveTo>
                  <a:lnTo>
                    <a:pt x="325120" y="0"/>
                  </a:lnTo>
                  <a:lnTo>
                    <a:pt x="325120" y="264160"/>
                  </a:lnTo>
                  <a:lnTo>
                    <a:pt x="0" y="26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986784" y="2779776"/>
            <a:ext cx="234696" cy="188976"/>
            <a:chOff x="0" y="0"/>
            <a:chExt cx="312928" cy="2519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2928" cy="251968"/>
            </a:xfrm>
            <a:custGeom>
              <a:avLst/>
              <a:gdLst/>
              <a:ahLst/>
              <a:cxnLst/>
              <a:rect r="r" b="b" t="t" l="l"/>
              <a:pathLst>
                <a:path h="251968" w="312928">
                  <a:moveTo>
                    <a:pt x="0" y="0"/>
                  </a:moveTo>
                  <a:lnTo>
                    <a:pt x="312928" y="0"/>
                  </a:lnTo>
                  <a:lnTo>
                    <a:pt x="312928" y="251968"/>
                  </a:lnTo>
                  <a:lnTo>
                    <a:pt x="0" y="251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96328" y="4532376"/>
            <a:ext cx="243840" cy="198120"/>
            <a:chOff x="0" y="0"/>
            <a:chExt cx="325120" cy="264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5120" cy="264160"/>
            </a:xfrm>
            <a:custGeom>
              <a:avLst/>
              <a:gdLst/>
              <a:ahLst/>
              <a:cxnLst/>
              <a:rect r="r" b="b" t="t" l="l"/>
              <a:pathLst>
                <a:path h="264160" w="325120">
                  <a:moveTo>
                    <a:pt x="0" y="0"/>
                  </a:moveTo>
                  <a:lnTo>
                    <a:pt x="325120" y="0"/>
                  </a:lnTo>
                  <a:lnTo>
                    <a:pt x="325120" y="264160"/>
                  </a:lnTo>
                  <a:lnTo>
                    <a:pt x="0" y="26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34072" y="2779776"/>
            <a:ext cx="234696" cy="188976"/>
            <a:chOff x="0" y="0"/>
            <a:chExt cx="312928" cy="2519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2928" cy="251968"/>
            </a:xfrm>
            <a:custGeom>
              <a:avLst/>
              <a:gdLst/>
              <a:ahLst/>
              <a:cxnLst/>
              <a:rect r="r" b="b" t="t" l="l"/>
              <a:pathLst>
                <a:path h="251968" w="312928">
                  <a:moveTo>
                    <a:pt x="0" y="0"/>
                  </a:moveTo>
                  <a:lnTo>
                    <a:pt x="312928" y="0"/>
                  </a:lnTo>
                  <a:lnTo>
                    <a:pt x="312928" y="251968"/>
                  </a:lnTo>
                  <a:lnTo>
                    <a:pt x="0" y="251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643616" y="4532376"/>
            <a:ext cx="243840" cy="198120"/>
            <a:chOff x="0" y="0"/>
            <a:chExt cx="325120" cy="264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5120" cy="264160"/>
            </a:xfrm>
            <a:custGeom>
              <a:avLst/>
              <a:gdLst/>
              <a:ahLst/>
              <a:cxnLst/>
              <a:rect r="r" b="b" t="t" l="l"/>
              <a:pathLst>
                <a:path h="264160" w="325120">
                  <a:moveTo>
                    <a:pt x="0" y="0"/>
                  </a:moveTo>
                  <a:lnTo>
                    <a:pt x="325120" y="0"/>
                  </a:lnTo>
                  <a:lnTo>
                    <a:pt x="325120" y="264160"/>
                  </a:lnTo>
                  <a:lnTo>
                    <a:pt x="0" y="26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99074" y="1810388"/>
            <a:ext cx="782384" cy="18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3"/>
              </a:lnSpc>
            </a:pPr>
            <a:r>
              <a:rPr lang="en-US" sz="976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KEY INSIGHT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20163" y="2039988"/>
            <a:ext cx="3466005" cy="58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5"/>
              </a:lnSpc>
            </a:pPr>
            <a:r>
              <a:rPr lang="en-US" b="true" sz="3051" spc="-12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Case Study Insight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07098" y="2915517"/>
            <a:ext cx="38138" cy="423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1690" y="3096492"/>
            <a:ext cx="2812990" cy="490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People-First</a:t>
            </a:r>
            <a:r>
              <a:rPr lang="en-US" b="true" sz="1525" spc="-6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Leadership</a:t>
            </a:r>
            <a:r>
              <a:rPr lang="en-US" b="true" sz="1525" spc="-6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Leads to Success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13393" y="3563198"/>
            <a:ext cx="31613" cy="329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319883" y="3010767"/>
            <a:ext cx="2583513" cy="328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Culture Drives Performance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970116" y="3353648"/>
            <a:ext cx="31613" cy="30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2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768085" y="3010767"/>
            <a:ext cx="2444477" cy="328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b="true" sz="1525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Ideal for Service Industries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089488" y="3353648"/>
            <a:ext cx="31613" cy="30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2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71690" y="3667973"/>
            <a:ext cx="2575722" cy="72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Whenleaders investintheirpeople, performance and profits naturally follow.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319883" y="3429848"/>
            <a:ext cx="2849718" cy="72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A strong,inclusiveculturebuiltontrust is a powerful and sustainable competitive advantage.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768085" y="3429848"/>
            <a:ext cx="2236289" cy="22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Servant leadershipis especially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768085" y="3677498"/>
            <a:ext cx="2172224" cy="72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2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effective in customer-facing environments where frontline engagement matters most.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t="-3" r="-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-63246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143750" y="9525"/>
            <a:ext cx="4286250" cy="6429375"/>
            <a:chOff x="0" y="0"/>
            <a:chExt cx="5715000" cy="8572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150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7" t="0" r="-97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51021" y="1436846"/>
            <a:ext cx="872728" cy="3337798"/>
            <a:chOff x="0" y="0"/>
            <a:chExt cx="872731" cy="33378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8072" y="68072"/>
              <a:ext cx="736601" cy="1068070"/>
            </a:xfrm>
            <a:custGeom>
              <a:avLst/>
              <a:gdLst/>
              <a:ahLst/>
              <a:cxnLst/>
              <a:rect r="r" b="b" t="t" l="l"/>
              <a:pathLst>
                <a:path h="1068070" w="736601">
                  <a:moveTo>
                    <a:pt x="0" y="920750"/>
                  </a:moveTo>
                  <a:lnTo>
                    <a:pt x="368300" y="1068070"/>
                  </a:lnTo>
                  <a:lnTo>
                    <a:pt x="736601" y="920750"/>
                  </a:lnTo>
                  <a:lnTo>
                    <a:pt x="736601" y="0"/>
                  </a:lnTo>
                  <a:lnTo>
                    <a:pt x="368300" y="147320"/>
                  </a:lnTo>
                  <a:lnTo>
                    <a:pt x="0" y="0"/>
                  </a:lnTo>
                  <a:lnTo>
                    <a:pt x="0" y="920750"/>
                  </a:lnTo>
                </a:path>
              </a:pathLst>
            </a:custGeom>
            <a:solidFill>
              <a:srgbClr val="E3ECFB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373" y="63457"/>
              <a:ext cx="745999" cy="1077289"/>
            </a:xfrm>
            <a:custGeom>
              <a:avLst/>
              <a:gdLst/>
              <a:ahLst/>
              <a:cxnLst/>
              <a:rect r="r" b="b" t="t" l="l"/>
              <a:pathLst>
                <a:path h="1077289" w="745999">
                  <a:moveTo>
                    <a:pt x="6477" y="921047"/>
                  </a:moveTo>
                  <a:lnTo>
                    <a:pt x="374777" y="1068367"/>
                  </a:lnTo>
                  <a:lnTo>
                    <a:pt x="373126" y="1072685"/>
                  </a:lnTo>
                  <a:lnTo>
                    <a:pt x="371476" y="1068367"/>
                  </a:lnTo>
                  <a:lnTo>
                    <a:pt x="739776" y="921047"/>
                  </a:lnTo>
                  <a:lnTo>
                    <a:pt x="741427" y="925365"/>
                  </a:lnTo>
                  <a:lnTo>
                    <a:pt x="736855" y="925365"/>
                  </a:lnTo>
                  <a:lnTo>
                    <a:pt x="736855" y="4615"/>
                  </a:lnTo>
                  <a:lnTo>
                    <a:pt x="741427" y="4615"/>
                  </a:lnTo>
                  <a:lnTo>
                    <a:pt x="743078" y="8933"/>
                  </a:lnTo>
                  <a:lnTo>
                    <a:pt x="374777" y="156253"/>
                  </a:lnTo>
                  <a:cubicBezTo>
                    <a:pt x="373634" y="156634"/>
                    <a:pt x="372491" y="156634"/>
                    <a:pt x="371348" y="156253"/>
                  </a:cubicBezTo>
                  <a:lnTo>
                    <a:pt x="3048" y="8933"/>
                  </a:lnTo>
                  <a:lnTo>
                    <a:pt x="4699" y="4615"/>
                  </a:lnTo>
                  <a:lnTo>
                    <a:pt x="9271" y="4615"/>
                  </a:lnTo>
                  <a:lnTo>
                    <a:pt x="9271" y="925365"/>
                  </a:lnTo>
                  <a:lnTo>
                    <a:pt x="4699" y="925365"/>
                  </a:lnTo>
                  <a:lnTo>
                    <a:pt x="6350" y="921047"/>
                  </a:lnTo>
                  <a:moveTo>
                    <a:pt x="2921" y="929556"/>
                  </a:moveTo>
                  <a:cubicBezTo>
                    <a:pt x="1143" y="928794"/>
                    <a:pt x="0" y="927143"/>
                    <a:pt x="0" y="925238"/>
                  </a:cubicBezTo>
                  <a:lnTo>
                    <a:pt x="0" y="4615"/>
                  </a:lnTo>
                  <a:cubicBezTo>
                    <a:pt x="0" y="3091"/>
                    <a:pt x="762" y="1694"/>
                    <a:pt x="2032" y="805"/>
                  </a:cubicBezTo>
                  <a:cubicBezTo>
                    <a:pt x="3302" y="-84"/>
                    <a:pt x="4953" y="-211"/>
                    <a:pt x="6350" y="297"/>
                  </a:cubicBezTo>
                  <a:lnTo>
                    <a:pt x="374651" y="147617"/>
                  </a:lnTo>
                  <a:lnTo>
                    <a:pt x="372999" y="151935"/>
                  </a:lnTo>
                  <a:lnTo>
                    <a:pt x="371348" y="147617"/>
                  </a:lnTo>
                  <a:lnTo>
                    <a:pt x="739649" y="297"/>
                  </a:lnTo>
                  <a:cubicBezTo>
                    <a:pt x="741046" y="-211"/>
                    <a:pt x="742697" y="-84"/>
                    <a:pt x="743967" y="805"/>
                  </a:cubicBezTo>
                  <a:cubicBezTo>
                    <a:pt x="745237" y="1694"/>
                    <a:pt x="745999" y="3091"/>
                    <a:pt x="745999" y="4615"/>
                  </a:cubicBezTo>
                  <a:lnTo>
                    <a:pt x="745999" y="925365"/>
                  </a:lnTo>
                  <a:cubicBezTo>
                    <a:pt x="745999" y="927270"/>
                    <a:pt x="744856" y="928921"/>
                    <a:pt x="743078" y="929683"/>
                  </a:cubicBezTo>
                  <a:lnTo>
                    <a:pt x="374777" y="1077003"/>
                  </a:lnTo>
                  <a:cubicBezTo>
                    <a:pt x="373634" y="1077384"/>
                    <a:pt x="372491" y="1077384"/>
                    <a:pt x="371348" y="1077003"/>
                  </a:cubicBezTo>
                  <a:lnTo>
                    <a:pt x="3048" y="929683"/>
                  </a:lnTo>
                  <a:close/>
                </a:path>
              </a:pathLst>
            </a:custGeom>
            <a:solidFill>
              <a:srgbClr val="B6C7E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8072" y="1134872"/>
              <a:ext cx="736601" cy="1068070"/>
            </a:xfrm>
            <a:custGeom>
              <a:avLst/>
              <a:gdLst/>
              <a:ahLst/>
              <a:cxnLst/>
              <a:rect r="r" b="b" t="t" l="l"/>
              <a:pathLst>
                <a:path h="1068070" w="736601">
                  <a:moveTo>
                    <a:pt x="0" y="920751"/>
                  </a:moveTo>
                  <a:lnTo>
                    <a:pt x="368300" y="1068071"/>
                  </a:lnTo>
                  <a:lnTo>
                    <a:pt x="736601" y="920751"/>
                  </a:lnTo>
                  <a:lnTo>
                    <a:pt x="736601" y="0"/>
                  </a:lnTo>
                  <a:lnTo>
                    <a:pt x="368300" y="147320"/>
                  </a:lnTo>
                  <a:lnTo>
                    <a:pt x="0" y="0"/>
                  </a:lnTo>
                  <a:lnTo>
                    <a:pt x="0" y="920624"/>
                  </a:lnTo>
                </a:path>
              </a:pathLst>
            </a:custGeom>
            <a:solidFill>
              <a:srgbClr val="E3ECF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373" y="1130257"/>
              <a:ext cx="745999" cy="1077162"/>
            </a:xfrm>
            <a:custGeom>
              <a:avLst/>
              <a:gdLst/>
              <a:ahLst/>
              <a:cxnLst/>
              <a:rect r="r" b="b" t="t" l="l"/>
              <a:pathLst>
                <a:path h="1077162" w="745999">
                  <a:moveTo>
                    <a:pt x="6477" y="921048"/>
                  </a:moveTo>
                  <a:lnTo>
                    <a:pt x="374777" y="1068368"/>
                  </a:lnTo>
                  <a:lnTo>
                    <a:pt x="373126" y="1072686"/>
                  </a:lnTo>
                  <a:lnTo>
                    <a:pt x="371476" y="1068368"/>
                  </a:lnTo>
                  <a:lnTo>
                    <a:pt x="739776" y="921048"/>
                  </a:lnTo>
                  <a:lnTo>
                    <a:pt x="741427" y="925366"/>
                  </a:lnTo>
                  <a:lnTo>
                    <a:pt x="736855" y="925366"/>
                  </a:lnTo>
                  <a:lnTo>
                    <a:pt x="736855" y="4615"/>
                  </a:lnTo>
                  <a:lnTo>
                    <a:pt x="741427" y="4615"/>
                  </a:lnTo>
                  <a:lnTo>
                    <a:pt x="743078" y="8933"/>
                  </a:lnTo>
                  <a:lnTo>
                    <a:pt x="374777" y="156253"/>
                  </a:lnTo>
                  <a:cubicBezTo>
                    <a:pt x="373634" y="156634"/>
                    <a:pt x="372491" y="156634"/>
                    <a:pt x="371348" y="156253"/>
                  </a:cubicBezTo>
                  <a:lnTo>
                    <a:pt x="3048" y="8933"/>
                  </a:lnTo>
                  <a:lnTo>
                    <a:pt x="4699" y="4615"/>
                  </a:lnTo>
                  <a:lnTo>
                    <a:pt x="9271" y="4615"/>
                  </a:lnTo>
                  <a:lnTo>
                    <a:pt x="9271" y="925239"/>
                  </a:lnTo>
                  <a:lnTo>
                    <a:pt x="4699" y="925239"/>
                  </a:lnTo>
                  <a:lnTo>
                    <a:pt x="6350" y="920921"/>
                  </a:lnTo>
                  <a:moveTo>
                    <a:pt x="2921" y="929429"/>
                  </a:moveTo>
                  <a:cubicBezTo>
                    <a:pt x="1143" y="928668"/>
                    <a:pt x="0" y="927017"/>
                    <a:pt x="0" y="925112"/>
                  </a:cubicBezTo>
                  <a:lnTo>
                    <a:pt x="0" y="4615"/>
                  </a:lnTo>
                  <a:cubicBezTo>
                    <a:pt x="0" y="3091"/>
                    <a:pt x="762" y="1694"/>
                    <a:pt x="2032" y="805"/>
                  </a:cubicBezTo>
                  <a:cubicBezTo>
                    <a:pt x="3302" y="-84"/>
                    <a:pt x="4953" y="-211"/>
                    <a:pt x="6350" y="297"/>
                  </a:cubicBezTo>
                  <a:lnTo>
                    <a:pt x="374651" y="147617"/>
                  </a:lnTo>
                  <a:lnTo>
                    <a:pt x="372999" y="151935"/>
                  </a:lnTo>
                  <a:lnTo>
                    <a:pt x="371348" y="147617"/>
                  </a:lnTo>
                  <a:lnTo>
                    <a:pt x="739649" y="297"/>
                  </a:lnTo>
                  <a:cubicBezTo>
                    <a:pt x="741046" y="-211"/>
                    <a:pt x="742697" y="-84"/>
                    <a:pt x="743967" y="805"/>
                  </a:cubicBezTo>
                  <a:cubicBezTo>
                    <a:pt x="745237" y="1694"/>
                    <a:pt x="745999" y="3091"/>
                    <a:pt x="745999" y="4615"/>
                  </a:cubicBezTo>
                  <a:lnTo>
                    <a:pt x="745999" y="925239"/>
                  </a:lnTo>
                  <a:cubicBezTo>
                    <a:pt x="745999" y="927144"/>
                    <a:pt x="744856" y="928795"/>
                    <a:pt x="743078" y="929557"/>
                  </a:cubicBezTo>
                  <a:lnTo>
                    <a:pt x="374777" y="1076876"/>
                  </a:lnTo>
                  <a:cubicBezTo>
                    <a:pt x="373634" y="1077257"/>
                    <a:pt x="372491" y="1077257"/>
                    <a:pt x="371348" y="1076876"/>
                  </a:cubicBezTo>
                  <a:lnTo>
                    <a:pt x="3048" y="929557"/>
                  </a:lnTo>
                  <a:close/>
                </a:path>
              </a:pathLst>
            </a:custGeom>
            <a:solidFill>
              <a:srgbClr val="B6C7E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8072" y="2201673"/>
              <a:ext cx="736601" cy="1068070"/>
            </a:xfrm>
            <a:custGeom>
              <a:avLst/>
              <a:gdLst/>
              <a:ahLst/>
              <a:cxnLst/>
              <a:rect r="r" b="b" t="t" l="l"/>
              <a:pathLst>
                <a:path h="1068070" w="736601">
                  <a:moveTo>
                    <a:pt x="0" y="920750"/>
                  </a:moveTo>
                  <a:lnTo>
                    <a:pt x="368300" y="1068070"/>
                  </a:lnTo>
                  <a:lnTo>
                    <a:pt x="736601" y="920750"/>
                  </a:lnTo>
                  <a:lnTo>
                    <a:pt x="736601" y="0"/>
                  </a:lnTo>
                  <a:lnTo>
                    <a:pt x="368300" y="147320"/>
                  </a:lnTo>
                  <a:lnTo>
                    <a:pt x="0" y="0"/>
                  </a:lnTo>
                  <a:lnTo>
                    <a:pt x="0" y="920623"/>
                  </a:lnTo>
                </a:path>
              </a:pathLst>
            </a:custGeom>
            <a:solidFill>
              <a:srgbClr val="E3ECFB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373" y="2197057"/>
              <a:ext cx="745999" cy="1077163"/>
            </a:xfrm>
            <a:custGeom>
              <a:avLst/>
              <a:gdLst/>
              <a:ahLst/>
              <a:cxnLst/>
              <a:rect r="r" b="b" t="t" l="l"/>
              <a:pathLst>
                <a:path h="1077163" w="745999">
                  <a:moveTo>
                    <a:pt x="6477" y="921048"/>
                  </a:moveTo>
                  <a:lnTo>
                    <a:pt x="374777" y="1068368"/>
                  </a:lnTo>
                  <a:lnTo>
                    <a:pt x="373126" y="1072686"/>
                  </a:lnTo>
                  <a:lnTo>
                    <a:pt x="371476" y="1068368"/>
                  </a:lnTo>
                  <a:lnTo>
                    <a:pt x="739776" y="921048"/>
                  </a:lnTo>
                  <a:lnTo>
                    <a:pt x="741427" y="925366"/>
                  </a:lnTo>
                  <a:lnTo>
                    <a:pt x="736855" y="925366"/>
                  </a:lnTo>
                  <a:lnTo>
                    <a:pt x="736855" y="4616"/>
                  </a:lnTo>
                  <a:lnTo>
                    <a:pt x="741427" y="4616"/>
                  </a:lnTo>
                  <a:lnTo>
                    <a:pt x="743078" y="8934"/>
                  </a:lnTo>
                  <a:lnTo>
                    <a:pt x="374777" y="156254"/>
                  </a:lnTo>
                  <a:cubicBezTo>
                    <a:pt x="373634" y="156635"/>
                    <a:pt x="372491" y="156635"/>
                    <a:pt x="371348" y="156254"/>
                  </a:cubicBezTo>
                  <a:lnTo>
                    <a:pt x="3048" y="8934"/>
                  </a:lnTo>
                  <a:lnTo>
                    <a:pt x="4699" y="4616"/>
                  </a:lnTo>
                  <a:lnTo>
                    <a:pt x="9271" y="4616"/>
                  </a:lnTo>
                  <a:lnTo>
                    <a:pt x="9271" y="925239"/>
                  </a:lnTo>
                  <a:lnTo>
                    <a:pt x="4699" y="925239"/>
                  </a:lnTo>
                  <a:lnTo>
                    <a:pt x="6350" y="920921"/>
                  </a:lnTo>
                  <a:moveTo>
                    <a:pt x="2921" y="929430"/>
                  </a:moveTo>
                  <a:cubicBezTo>
                    <a:pt x="1143" y="928668"/>
                    <a:pt x="0" y="927017"/>
                    <a:pt x="0" y="925112"/>
                  </a:cubicBezTo>
                  <a:lnTo>
                    <a:pt x="0" y="4616"/>
                  </a:lnTo>
                  <a:cubicBezTo>
                    <a:pt x="0" y="3092"/>
                    <a:pt x="762" y="1695"/>
                    <a:pt x="2032" y="806"/>
                  </a:cubicBezTo>
                  <a:cubicBezTo>
                    <a:pt x="3302" y="-83"/>
                    <a:pt x="4953" y="-210"/>
                    <a:pt x="6350" y="298"/>
                  </a:cubicBezTo>
                  <a:lnTo>
                    <a:pt x="374651" y="147618"/>
                  </a:lnTo>
                  <a:lnTo>
                    <a:pt x="372999" y="151936"/>
                  </a:lnTo>
                  <a:lnTo>
                    <a:pt x="371348" y="147618"/>
                  </a:lnTo>
                  <a:lnTo>
                    <a:pt x="739649" y="298"/>
                  </a:lnTo>
                  <a:cubicBezTo>
                    <a:pt x="741046" y="-210"/>
                    <a:pt x="742697" y="-83"/>
                    <a:pt x="743967" y="806"/>
                  </a:cubicBezTo>
                  <a:cubicBezTo>
                    <a:pt x="745237" y="1695"/>
                    <a:pt x="745999" y="3092"/>
                    <a:pt x="745999" y="4616"/>
                  </a:cubicBezTo>
                  <a:lnTo>
                    <a:pt x="745999" y="925239"/>
                  </a:lnTo>
                  <a:cubicBezTo>
                    <a:pt x="745999" y="927144"/>
                    <a:pt x="744856" y="928795"/>
                    <a:pt x="743078" y="929557"/>
                  </a:cubicBezTo>
                  <a:lnTo>
                    <a:pt x="374777" y="1076877"/>
                  </a:lnTo>
                  <a:cubicBezTo>
                    <a:pt x="373634" y="1077258"/>
                    <a:pt x="372491" y="1077258"/>
                    <a:pt x="371348" y="1076877"/>
                  </a:cubicBezTo>
                  <a:lnTo>
                    <a:pt x="3048" y="929557"/>
                  </a:lnTo>
                  <a:close/>
                </a:path>
              </a:pathLst>
            </a:custGeom>
            <a:solidFill>
              <a:srgbClr val="B6C7E1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55622" y="441322"/>
            <a:ext cx="1260472" cy="403222"/>
            <a:chOff x="0" y="0"/>
            <a:chExt cx="1260475" cy="4032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0" y="63500"/>
              <a:ext cx="1133475" cy="276225"/>
            </a:xfrm>
            <a:custGeom>
              <a:avLst/>
              <a:gdLst/>
              <a:ahLst/>
              <a:cxnLst/>
              <a:rect r="r" b="b" t="t" l="l"/>
              <a:pathLst>
                <a:path h="276225" w="1133475">
                  <a:moveTo>
                    <a:pt x="0" y="266700"/>
                  </a:moveTo>
                  <a:lnTo>
                    <a:pt x="0" y="9525"/>
                  </a:ln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1123950" y="0"/>
                  </a:lnTo>
                  <a:cubicBezTo>
                    <a:pt x="1126617" y="0"/>
                    <a:pt x="1128776" y="889"/>
                    <a:pt x="1130681" y="2794"/>
                  </a:cubicBezTo>
                  <a:cubicBezTo>
                    <a:pt x="1132586" y="4699"/>
                    <a:pt x="1133475" y="6858"/>
                    <a:pt x="1133475" y="9525"/>
                  </a:cubicBezTo>
                  <a:lnTo>
                    <a:pt x="1133475" y="266700"/>
                  </a:lnTo>
                  <a:cubicBezTo>
                    <a:pt x="1133475" y="269367"/>
                    <a:pt x="1132586" y="271526"/>
                    <a:pt x="1130681" y="273431"/>
                  </a:cubicBezTo>
                  <a:cubicBezTo>
                    <a:pt x="1128776" y="275336"/>
                    <a:pt x="1126617" y="276225"/>
                    <a:pt x="1123950" y="276225"/>
                  </a:cubicBezTo>
                  <a:lnTo>
                    <a:pt x="9525" y="276225"/>
                  </a:lnTo>
                  <a:cubicBezTo>
                    <a:pt x="6858" y="276225"/>
                    <a:pt x="4699" y="275336"/>
                    <a:pt x="2794" y="273431"/>
                  </a:cubicBezTo>
                  <a:cubicBezTo>
                    <a:pt x="889" y="271526"/>
                    <a:pt x="0" y="269367"/>
                    <a:pt x="0" y="266700"/>
                  </a:cubicBezTo>
                </a:path>
              </a:pathLst>
            </a:custGeom>
            <a:solidFill>
              <a:srgbClr val="D0E1F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85166" y="156337"/>
              <a:ext cx="84328" cy="84455"/>
            </a:xfrm>
            <a:custGeom>
              <a:avLst/>
              <a:gdLst/>
              <a:ahLst/>
              <a:cxnLst/>
              <a:rect r="r" b="b" t="t" l="l"/>
              <a:pathLst>
                <a:path h="84455" w="84328">
                  <a:moveTo>
                    <a:pt x="83566" y="4445"/>
                  </a:moveTo>
                  <a:lnTo>
                    <a:pt x="4445" y="83693"/>
                  </a:lnTo>
                  <a:cubicBezTo>
                    <a:pt x="3429" y="84709"/>
                    <a:pt x="1778" y="84709"/>
                    <a:pt x="762" y="83693"/>
                  </a:cubicBezTo>
                  <a:cubicBezTo>
                    <a:pt x="-254" y="82677"/>
                    <a:pt x="-254" y="81026"/>
                    <a:pt x="762" y="80010"/>
                  </a:cubicBezTo>
                  <a:lnTo>
                    <a:pt x="79883" y="762"/>
                  </a:lnTo>
                  <a:cubicBezTo>
                    <a:pt x="80899" y="-254"/>
                    <a:pt x="82550" y="-254"/>
                    <a:pt x="83566" y="762"/>
                  </a:cubicBezTo>
                  <a:cubicBezTo>
                    <a:pt x="84582" y="1778"/>
                    <a:pt x="84582" y="3429"/>
                    <a:pt x="83566" y="4445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46558" y="196977"/>
              <a:ext cx="43942" cy="43815"/>
            </a:xfrm>
            <a:custGeom>
              <a:avLst/>
              <a:gdLst/>
              <a:ahLst/>
              <a:cxnLst/>
              <a:rect r="r" b="b" t="t" l="l"/>
              <a:pathLst>
                <a:path h="43815" w="43942">
                  <a:moveTo>
                    <a:pt x="4572" y="762"/>
                  </a:moveTo>
                  <a:lnTo>
                    <a:pt x="43180" y="39370"/>
                  </a:lnTo>
                  <a:cubicBezTo>
                    <a:pt x="44196" y="40386"/>
                    <a:pt x="44196" y="42037"/>
                    <a:pt x="43180" y="43053"/>
                  </a:cubicBezTo>
                  <a:cubicBezTo>
                    <a:pt x="42164" y="44069"/>
                    <a:pt x="40513" y="44069"/>
                    <a:pt x="39497" y="43053"/>
                  </a:cubicBezTo>
                  <a:lnTo>
                    <a:pt x="762" y="4445"/>
                  </a:lnTo>
                  <a:cubicBezTo>
                    <a:pt x="-254" y="3429"/>
                    <a:pt x="-254" y="1778"/>
                    <a:pt x="762" y="762"/>
                  </a:cubicBezTo>
                  <a:cubicBezTo>
                    <a:pt x="1778" y="-254"/>
                    <a:pt x="3429" y="-254"/>
                    <a:pt x="4445" y="762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55622" y="4803772"/>
            <a:ext cx="6032497" cy="1193797"/>
            <a:chOff x="0" y="0"/>
            <a:chExt cx="6032500" cy="1193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0" y="63500"/>
              <a:ext cx="5905500" cy="1066799"/>
            </a:xfrm>
            <a:custGeom>
              <a:avLst/>
              <a:gdLst/>
              <a:ahLst/>
              <a:cxnLst/>
              <a:rect r="r" b="b" t="t" l="l"/>
              <a:pathLst>
                <a:path h="1066799" w="5905500">
                  <a:moveTo>
                    <a:pt x="0" y="1057274"/>
                  </a:moveTo>
                  <a:lnTo>
                    <a:pt x="0" y="9525"/>
                  </a:ln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895975" y="0"/>
                  </a:lnTo>
                  <a:cubicBezTo>
                    <a:pt x="5898642" y="0"/>
                    <a:pt x="5900801" y="889"/>
                    <a:pt x="5902706" y="2794"/>
                  </a:cubicBezTo>
                  <a:cubicBezTo>
                    <a:pt x="5904611" y="4699"/>
                    <a:pt x="5905500" y="6858"/>
                    <a:pt x="5905500" y="9525"/>
                  </a:cubicBezTo>
                  <a:lnTo>
                    <a:pt x="5905500" y="1057274"/>
                  </a:lnTo>
                  <a:cubicBezTo>
                    <a:pt x="5905500" y="1059941"/>
                    <a:pt x="5904611" y="1062100"/>
                    <a:pt x="5902706" y="1064005"/>
                  </a:cubicBezTo>
                  <a:cubicBezTo>
                    <a:pt x="5900801" y="1065910"/>
                    <a:pt x="5898642" y="1066799"/>
                    <a:pt x="5895975" y="1066799"/>
                  </a:cubicBezTo>
                  <a:lnTo>
                    <a:pt x="9525" y="1066799"/>
                  </a:lnTo>
                  <a:cubicBezTo>
                    <a:pt x="6858" y="1066799"/>
                    <a:pt x="4699" y="1065910"/>
                    <a:pt x="2794" y="1064005"/>
                  </a:cubicBezTo>
                  <a:cubicBezTo>
                    <a:pt x="889" y="1062100"/>
                    <a:pt x="0" y="1059941"/>
                    <a:pt x="0" y="1057274"/>
                  </a:cubicBezTo>
                </a:path>
              </a:pathLst>
            </a:custGeom>
            <a:solidFill>
              <a:srgbClr val="B8D2F9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43586" y="291719"/>
              <a:ext cx="128778" cy="128778"/>
            </a:xfrm>
            <a:custGeom>
              <a:avLst/>
              <a:gdLst/>
              <a:ahLst/>
              <a:cxnLst/>
              <a:rect r="r" b="b" t="t" l="l"/>
              <a:pathLst>
                <a:path h="128778" w="128778">
                  <a:moveTo>
                    <a:pt x="18415" y="13843"/>
                  </a:moveTo>
                  <a:cubicBezTo>
                    <a:pt x="15875" y="13843"/>
                    <a:pt x="13843" y="15875"/>
                    <a:pt x="13843" y="18415"/>
                  </a:cubicBezTo>
                  <a:lnTo>
                    <a:pt x="13843" y="110363"/>
                  </a:lnTo>
                  <a:cubicBezTo>
                    <a:pt x="13843" y="112903"/>
                    <a:pt x="15875" y="114935"/>
                    <a:pt x="18415" y="114935"/>
                  </a:cubicBezTo>
                  <a:lnTo>
                    <a:pt x="82804" y="114935"/>
                  </a:lnTo>
                  <a:lnTo>
                    <a:pt x="82804" y="92075"/>
                  </a:lnTo>
                  <a:cubicBezTo>
                    <a:pt x="82804" y="86995"/>
                    <a:pt x="86868" y="82931"/>
                    <a:pt x="91948" y="82931"/>
                  </a:cubicBezTo>
                  <a:lnTo>
                    <a:pt x="114935" y="82931"/>
                  </a:lnTo>
                  <a:lnTo>
                    <a:pt x="114935" y="18415"/>
                  </a:lnTo>
                  <a:cubicBezTo>
                    <a:pt x="114935" y="15875"/>
                    <a:pt x="112903" y="13843"/>
                    <a:pt x="110363" y="13843"/>
                  </a:cubicBezTo>
                  <a:lnTo>
                    <a:pt x="18415" y="13843"/>
                  </a:lnTo>
                  <a:close/>
                  <a:moveTo>
                    <a:pt x="82804" y="128778"/>
                  </a:moveTo>
                  <a:lnTo>
                    <a:pt x="18415" y="128778"/>
                  </a:lnTo>
                  <a:cubicBezTo>
                    <a:pt x="8255" y="128778"/>
                    <a:pt x="0" y="120523"/>
                    <a:pt x="0" y="110363"/>
                  </a:cubicBezTo>
                  <a:lnTo>
                    <a:pt x="0" y="18415"/>
                  </a:lnTo>
                  <a:cubicBezTo>
                    <a:pt x="0" y="8255"/>
                    <a:pt x="8255" y="0"/>
                    <a:pt x="18415" y="0"/>
                  </a:cubicBezTo>
                  <a:lnTo>
                    <a:pt x="110363" y="0"/>
                  </a:lnTo>
                  <a:cubicBezTo>
                    <a:pt x="120523" y="0"/>
                    <a:pt x="128778" y="8255"/>
                    <a:pt x="128778" y="18415"/>
                  </a:cubicBezTo>
                  <a:lnTo>
                    <a:pt x="128778" y="82804"/>
                  </a:lnTo>
                  <a:lnTo>
                    <a:pt x="128778" y="84328"/>
                  </a:lnTo>
                  <a:cubicBezTo>
                    <a:pt x="128778" y="89154"/>
                    <a:pt x="126873" y="93853"/>
                    <a:pt x="123444" y="97409"/>
                  </a:cubicBezTo>
                  <a:lnTo>
                    <a:pt x="97409" y="123444"/>
                  </a:lnTo>
                  <a:cubicBezTo>
                    <a:pt x="93980" y="126873"/>
                    <a:pt x="89281" y="128778"/>
                    <a:pt x="84328" y="128778"/>
                  </a:cubicBezTo>
                  <a:lnTo>
                    <a:pt x="82804" y="128778"/>
                  </a:lnTo>
                </a:path>
              </a:pathLst>
            </a:custGeom>
            <a:solidFill>
              <a:srgbClr val="0B3E8E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84930" y="530190"/>
            <a:ext cx="793899" cy="18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5"/>
              </a:lnSpc>
            </a:pPr>
            <a:r>
              <a:rPr lang="en-US" sz="927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CONCLUSION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20163" y="752094"/>
            <a:ext cx="2621080" cy="56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5"/>
              </a:lnSpc>
            </a:pPr>
            <a:r>
              <a:rPr lang="en-US" b="true" sz="2899" spc="-11">
                <a:solidFill>
                  <a:srgbClr val="2B2B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Key Takeaways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93725" y="1476184"/>
            <a:ext cx="36243" cy="41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b="true" sz="1449" spc="-5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4373" y="4015559"/>
            <a:ext cx="130454" cy="304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4"/>
              </a:lnSpc>
            </a:pPr>
            <a:r>
              <a:rPr lang="en-US" b="true" sz="1739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6754" y="2948759"/>
            <a:ext cx="125492" cy="304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4"/>
              </a:lnSpc>
            </a:pPr>
            <a:r>
              <a:rPr lang="en-US" b="true" sz="1739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5509" y="1872434"/>
            <a:ext cx="87192" cy="304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4"/>
              </a:lnSpc>
            </a:pPr>
            <a:r>
              <a:rPr lang="en-US" b="true" sz="1739" spc="-6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96463" y="2657285"/>
            <a:ext cx="938746" cy="30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2"/>
              </a:lnSpc>
            </a:pPr>
            <a:r>
              <a:rPr lang="en-US" b="true" sz="1449" spc="-5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 Trust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89351" y="2979715"/>
            <a:ext cx="30042" cy="263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7"/>
              </a:lnSpc>
            </a:pPr>
            <a:r>
              <a:rPr lang="en-US" sz="1159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96463" y="1628584"/>
            <a:ext cx="942118" cy="259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b="true" sz="1449" spc="-5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Serve</a:t>
            </a:r>
            <a:r>
              <a:rPr lang="en-US" b="true" sz="1449" spc="-5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49" spc="-5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First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96463" y="3724085"/>
            <a:ext cx="2307688" cy="30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2"/>
              </a:lnSpc>
            </a:pPr>
            <a:r>
              <a:rPr lang="en-US" b="true" sz="1449" spc="-5">
                <a:solidFill>
                  <a:srgbClr val="3D3D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Starbucks Proves It Works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03619" y="4046515"/>
            <a:ext cx="30042" cy="263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7"/>
              </a:lnSpc>
            </a:pPr>
            <a:r>
              <a:rPr lang="en-US" sz="1159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96463" y="4103665"/>
            <a:ext cx="4599508" cy="20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159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Aglobalbrandbuiltonempoweringits partners 4 a benchmark for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96463" y="4332265"/>
            <a:ext cx="1564415" cy="20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159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sustainable leadership.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96463" y="1951015"/>
            <a:ext cx="4768320" cy="453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59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Servant leadership centers on serving others 4 putting people before process and profit.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96463" y="3036865"/>
            <a:ext cx="4714894" cy="20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159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Itcreateslasting loyalty, strong culture, and long-term organizational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96463" y="3265465"/>
            <a:ext cx="582235" cy="20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159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success.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82008" y="5027590"/>
            <a:ext cx="4561256" cy="22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5"/>
              </a:lnSpc>
            </a:pPr>
            <a:r>
              <a:rPr lang="en-US" sz="11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11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Recommendation:</a:t>
            </a:r>
            <a:r>
              <a:rPr lang="en-US" sz="11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Servant leadership is highly recommended for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98642" y="5265715"/>
            <a:ext cx="5317855" cy="444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5"/>
              </a:lnSpc>
            </a:pPr>
            <a:r>
              <a:rPr lang="en-US" sz="11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organizations in service industries seeking sustainable growth, strong culture, and long-term employee retention.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DAHE6jiBXzk</dc:identifier>
  <dcterms:modified xsi:type="dcterms:W3CDTF">2011-08-01T06:04:30Z</dcterms:modified>
  <cp:revision>1</cp:revision>
  <dc:title>Servant-Leadership (1).pdf</dc:title>
</cp:coreProperties>
</file>